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6" r:id="rId2"/>
    <p:sldId id="257" r:id="rId3"/>
    <p:sldId id="258" r:id="rId4"/>
    <p:sldId id="274" r:id="rId5"/>
    <p:sldId id="259" r:id="rId6"/>
    <p:sldId id="300" r:id="rId7"/>
    <p:sldId id="260" r:id="rId8"/>
    <p:sldId id="297" r:id="rId9"/>
    <p:sldId id="283" r:id="rId10"/>
    <p:sldId id="284" r:id="rId11"/>
    <p:sldId id="285" r:id="rId12"/>
    <p:sldId id="282" r:id="rId13"/>
    <p:sldId id="278" r:id="rId14"/>
    <p:sldId id="279" r:id="rId15"/>
    <p:sldId id="280" r:id="rId16"/>
    <p:sldId id="281" r:id="rId17"/>
    <p:sldId id="291" r:id="rId18"/>
    <p:sldId id="292" r:id="rId19"/>
    <p:sldId id="293" r:id="rId20"/>
    <p:sldId id="294" r:id="rId21"/>
    <p:sldId id="268" r:id="rId22"/>
    <p:sldId id="299" r:id="rId23"/>
    <p:sldId id="269" r:id="rId24"/>
    <p:sldId id="301" r:id="rId25"/>
    <p:sldId id="289" r:id="rId26"/>
    <p:sldId id="295" r:id="rId27"/>
    <p:sldId id="303" r:id="rId28"/>
    <p:sldId id="272" r:id="rId29"/>
    <p:sldId id="302" r:id="rId30"/>
    <p:sldId id="271" r:id="rId31"/>
    <p:sldId id="270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305BC0-B0CE-40AE-B6E5-AF51193813AF}" v="1789" dt="2025-07-08T22:49:20.1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725" autoAdjust="0"/>
  </p:normalViewPr>
  <p:slideViewPr>
    <p:cSldViewPr snapToGrid="0">
      <p:cViewPr>
        <p:scale>
          <a:sx n="73" d="100"/>
          <a:sy n="73" d="100"/>
        </p:scale>
        <p:origin x="1070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ge Babish" userId="4842bc7e66bb6391" providerId="LiveId" clId="{EE305BC0-B0CE-40AE-B6E5-AF51193813AF}"/>
    <pc:docChg chg="undo custSel addSld delSld modSld sldOrd">
      <pc:chgData name="Sage Babish" userId="4842bc7e66bb6391" providerId="LiveId" clId="{EE305BC0-B0CE-40AE-B6E5-AF51193813AF}" dt="2025-07-08T22:50:23.089" v="5488" actId="1076"/>
      <pc:docMkLst>
        <pc:docMk/>
      </pc:docMkLst>
      <pc:sldChg chg="addSp delSp modSp mod">
        <pc:chgData name="Sage Babish" userId="4842bc7e66bb6391" providerId="LiveId" clId="{EE305BC0-B0CE-40AE-B6E5-AF51193813AF}" dt="2025-07-08T20:51:54.235" v="4637" actId="1076"/>
        <pc:sldMkLst>
          <pc:docMk/>
          <pc:sldMk cId="926802580" sldId="256"/>
        </pc:sldMkLst>
        <pc:spChg chg="add del mod">
          <ac:chgData name="Sage Babish" userId="4842bc7e66bb6391" providerId="LiveId" clId="{EE305BC0-B0CE-40AE-B6E5-AF51193813AF}" dt="2025-07-08T20:49:35.162" v="4588" actId="478"/>
          <ac:spMkLst>
            <pc:docMk/>
            <pc:sldMk cId="926802580" sldId="256"/>
            <ac:spMk id="4" creationId="{089D1B82-0DAC-6758-DAE1-718C059CFFB7}"/>
          </ac:spMkLst>
        </pc:spChg>
        <pc:spChg chg="add mod">
          <ac:chgData name="Sage Babish" userId="4842bc7e66bb6391" providerId="LiveId" clId="{EE305BC0-B0CE-40AE-B6E5-AF51193813AF}" dt="2025-07-08T20:51:54.235" v="4637" actId="1076"/>
          <ac:spMkLst>
            <pc:docMk/>
            <pc:sldMk cId="926802580" sldId="256"/>
            <ac:spMk id="7" creationId="{0C55D291-F0B1-3C7A-BF28-A3826E5E9B61}"/>
          </ac:spMkLst>
        </pc:spChg>
        <pc:picChg chg="add mod">
          <ac:chgData name="Sage Babish" userId="4842bc7e66bb6391" providerId="LiveId" clId="{EE305BC0-B0CE-40AE-B6E5-AF51193813AF}" dt="2025-07-08T20:51:24.335" v="4593" actId="1076"/>
          <ac:picMkLst>
            <pc:docMk/>
            <pc:sldMk cId="926802580" sldId="256"/>
            <ac:picMk id="6" creationId="{A655E5CA-69CB-B887-E618-96A30445D18A}"/>
          </ac:picMkLst>
        </pc:picChg>
        <pc:picChg chg="add mod">
          <ac:chgData name="Sage Babish" userId="4842bc7e66bb6391" providerId="LiveId" clId="{EE305BC0-B0CE-40AE-B6E5-AF51193813AF}" dt="2025-07-08T00:22:30.195" v="4526" actId="14100"/>
          <ac:picMkLst>
            <pc:docMk/>
            <pc:sldMk cId="926802580" sldId="256"/>
            <ac:picMk id="5122" creationId="{5DE402D9-55DD-AC18-40E9-D751D3016EA8}"/>
          </ac:picMkLst>
        </pc:picChg>
        <pc:picChg chg="add mod">
          <ac:chgData name="Sage Babish" userId="4842bc7e66bb6391" providerId="LiveId" clId="{EE305BC0-B0CE-40AE-B6E5-AF51193813AF}" dt="2025-07-08T00:22:36.487" v="4530" actId="1076"/>
          <ac:picMkLst>
            <pc:docMk/>
            <pc:sldMk cId="926802580" sldId="256"/>
            <ac:picMk id="5124" creationId="{313EFF1E-5883-2623-AF12-ED89976955D7}"/>
          </ac:picMkLst>
        </pc:picChg>
      </pc:sldChg>
      <pc:sldChg chg="addSp modSp mod modNotesTx">
        <pc:chgData name="Sage Babish" userId="4842bc7e66bb6391" providerId="LiveId" clId="{EE305BC0-B0CE-40AE-B6E5-AF51193813AF}" dt="2025-07-08T22:40:38.598" v="5431" actId="20577"/>
        <pc:sldMkLst>
          <pc:docMk/>
          <pc:sldMk cId="1367846464" sldId="257"/>
        </pc:sldMkLst>
        <pc:spChg chg="add mod">
          <ac:chgData name="Sage Babish" userId="4842bc7e66bb6391" providerId="LiveId" clId="{EE305BC0-B0CE-40AE-B6E5-AF51193813AF}" dt="2025-07-08T22:40:23.061" v="5373" actId="1076"/>
          <ac:spMkLst>
            <pc:docMk/>
            <pc:sldMk cId="1367846464" sldId="257"/>
            <ac:spMk id="3" creationId="{8FADD58B-B3D4-5A57-A5EF-9491729EDF9C}"/>
          </ac:spMkLst>
        </pc:spChg>
      </pc:sldChg>
      <pc:sldChg chg="addSp delSp modSp mod addAnim delAnim modAnim">
        <pc:chgData name="Sage Babish" userId="4842bc7e66bb6391" providerId="LiveId" clId="{EE305BC0-B0CE-40AE-B6E5-AF51193813AF}" dt="2025-07-08T22:42:53.490" v="5443" actId="1076"/>
        <pc:sldMkLst>
          <pc:docMk/>
          <pc:sldMk cId="3272069615" sldId="258"/>
        </pc:sldMkLst>
        <pc:spChg chg="add mod">
          <ac:chgData name="Sage Babish" userId="4842bc7e66bb6391" providerId="LiveId" clId="{EE305BC0-B0CE-40AE-B6E5-AF51193813AF}" dt="2025-07-07T18:21:37.177" v="941" actId="1076"/>
          <ac:spMkLst>
            <pc:docMk/>
            <pc:sldMk cId="3272069615" sldId="258"/>
            <ac:spMk id="2" creationId="{8AFF328F-CC9F-E587-B8F0-C044B7BF95C3}"/>
          </ac:spMkLst>
        </pc:spChg>
        <pc:spChg chg="add mod">
          <ac:chgData name="Sage Babish" userId="4842bc7e66bb6391" providerId="LiveId" clId="{EE305BC0-B0CE-40AE-B6E5-AF51193813AF}" dt="2025-07-07T18:22:21.997" v="1005" actId="20577"/>
          <ac:spMkLst>
            <pc:docMk/>
            <pc:sldMk cId="3272069615" sldId="258"/>
            <ac:spMk id="3" creationId="{734B4607-C7C5-9135-733A-2CC5F1219D42}"/>
          </ac:spMkLst>
        </pc:spChg>
        <pc:spChg chg="del mod">
          <ac:chgData name="Sage Babish" userId="4842bc7e66bb6391" providerId="LiveId" clId="{EE305BC0-B0CE-40AE-B6E5-AF51193813AF}" dt="2025-07-07T18:21:29.406" v="939" actId="478"/>
          <ac:spMkLst>
            <pc:docMk/>
            <pc:sldMk cId="3272069615" sldId="258"/>
            <ac:spMk id="13" creationId="{F73F3CF4-3E6D-29B4-B51E-B26E09B44DC9}"/>
          </ac:spMkLst>
        </pc:spChg>
        <pc:spChg chg="mod">
          <ac:chgData name="Sage Babish" userId="4842bc7e66bb6391" providerId="LiveId" clId="{EE305BC0-B0CE-40AE-B6E5-AF51193813AF}" dt="2025-07-07T18:21:21.741" v="936" actId="14100"/>
          <ac:spMkLst>
            <pc:docMk/>
            <pc:sldMk cId="3272069615" sldId="258"/>
            <ac:spMk id="14" creationId="{25AFA282-B3EF-7D7D-3336-99C9AD481CC5}"/>
          </ac:spMkLst>
        </pc:spChg>
        <pc:spChg chg="del mod">
          <ac:chgData name="Sage Babish" userId="4842bc7e66bb6391" providerId="LiveId" clId="{EE305BC0-B0CE-40AE-B6E5-AF51193813AF}" dt="2025-07-07T19:24:25.450" v="1670" actId="478"/>
          <ac:spMkLst>
            <pc:docMk/>
            <pc:sldMk cId="3272069615" sldId="258"/>
            <ac:spMk id="16" creationId="{52EBF359-6DA0-4563-626C-796CC15FF3CE}"/>
          </ac:spMkLst>
        </pc:spChg>
        <pc:spChg chg="mod">
          <ac:chgData name="Sage Babish" userId="4842bc7e66bb6391" providerId="LiveId" clId="{EE305BC0-B0CE-40AE-B6E5-AF51193813AF}" dt="2025-07-07T18:19:44.374" v="933" actId="1076"/>
          <ac:spMkLst>
            <pc:docMk/>
            <pc:sldMk cId="3272069615" sldId="258"/>
            <ac:spMk id="17" creationId="{79182E33-6575-9EA7-9B5C-9935610213B7}"/>
          </ac:spMkLst>
        </pc:spChg>
        <pc:picChg chg="add mod">
          <ac:chgData name="Sage Babish" userId="4842bc7e66bb6391" providerId="LiveId" clId="{EE305BC0-B0CE-40AE-B6E5-AF51193813AF}" dt="2025-07-08T22:42:53.490" v="5443" actId="1076"/>
          <ac:picMkLst>
            <pc:docMk/>
            <pc:sldMk cId="3272069615" sldId="258"/>
            <ac:picMk id="4" creationId="{0ADF0A49-B7BB-C08D-E4A2-3F91D1819B9C}"/>
          </ac:picMkLst>
        </pc:picChg>
        <pc:picChg chg="add del mod">
          <ac:chgData name="Sage Babish" userId="4842bc7e66bb6391" providerId="LiveId" clId="{EE305BC0-B0CE-40AE-B6E5-AF51193813AF}" dt="2025-07-08T22:42:34.683" v="5438" actId="1076"/>
          <ac:picMkLst>
            <pc:docMk/>
            <pc:sldMk cId="3272069615" sldId="258"/>
            <ac:picMk id="7" creationId="{7F582550-EFCF-F94B-9DC3-0CA9421584BB}"/>
          </ac:picMkLst>
        </pc:picChg>
        <pc:picChg chg="del mod">
          <ac:chgData name="Sage Babish" userId="4842bc7e66bb6391" providerId="LiveId" clId="{EE305BC0-B0CE-40AE-B6E5-AF51193813AF}" dt="2025-07-07T18:22:40.186" v="1006" actId="478"/>
          <ac:picMkLst>
            <pc:docMk/>
            <pc:sldMk cId="3272069615" sldId="258"/>
            <ac:picMk id="8" creationId="{83EBE1AE-8DA8-B28E-9FCA-3F9ABEE72FCC}"/>
          </ac:picMkLst>
        </pc:picChg>
        <pc:picChg chg="mod">
          <ac:chgData name="Sage Babish" userId="4842bc7e66bb6391" providerId="LiveId" clId="{EE305BC0-B0CE-40AE-B6E5-AF51193813AF}" dt="2025-07-07T18:21:52.052" v="943" actId="1076"/>
          <ac:picMkLst>
            <pc:docMk/>
            <pc:sldMk cId="3272069615" sldId="258"/>
            <ac:picMk id="10" creationId="{ED7833FE-BFD5-A8DD-059B-F19B968EE137}"/>
          </ac:picMkLst>
        </pc:picChg>
        <pc:picChg chg="del mod">
          <ac:chgData name="Sage Babish" userId="4842bc7e66bb6391" providerId="LiveId" clId="{EE305BC0-B0CE-40AE-B6E5-AF51193813AF}" dt="2025-07-07T19:24:25.450" v="1670" actId="478"/>
          <ac:picMkLst>
            <pc:docMk/>
            <pc:sldMk cId="3272069615" sldId="258"/>
            <ac:picMk id="15" creationId="{D389670F-CEA4-ABAD-BF20-4DCABB811CE0}"/>
          </ac:picMkLst>
        </pc:picChg>
        <pc:picChg chg="add mod">
          <ac:chgData name="Sage Babish" userId="4842bc7e66bb6391" providerId="LiveId" clId="{EE305BC0-B0CE-40AE-B6E5-AF51193813AF}" dt="2025-07-07T18:22:47.163" v="1010" actId="1076"/>
          <ac:picMkLst>
            <pc:docMk/>
            <pc:sldMk cId="3272069615" sldId="258"/>
            <ac:picMk id="3074" creationId="{820FE550-999E-EAD3-3F8E-3C2A20133AD7}"/>
          </ac:picMkLst>
        </pc:picChg>
      </pc:sldChg>
      <pc:sldChg chg="addSp delSp modSp mod delAnim modAnim">
        <pc:chgData name="Sage Babish" userId="4842bc7e66bb6391" providerId="LiveId" clId="{EE305BC0-B0CE-40AE-B6E5-AF51193813AF}" dt="2025-07-08T22:43:13.483" v="5444" actId="478"/>
        <pc:sldMkLst>
          <pc:docMk/>
          <pc:sldMk cId="385222770" sldId="259"/>
        </pc:sldMkLst>
        <pc:spChg chg="mod">
          <ac:chgData name="Sage Babish" userId="4842bc7e66bb6391" providerId="LiveId" clId="{EE305BC0-B0CE-40AE-B6E5-AF51193813AF}" dt="2025-07-07T19:32:19.527" v="1799" actId="12788"/>
          <ac:spMkLst>
            <pc:docMk/>
            <pc:sldMk cId="385222770" sldId="259"/>
            <ac:spMk id="2" creationId="{EAD5BECB-3502-D435-69DB-F105211D1DE1}"/>
          </ac:spMkLst>
        </pc:spChg>
        <pc:spChg chg="add mod">
          <ac:chgData name="Sage Babish" userId="4842bc7e66bb6391" providerId="LiveId" clId="{EE305BC0-B0CE-40AE-B6E5-AF51193813AF}" dt="2025-07-07T19:26:23.911" v="1681" actId="164"/>
          <ac:spMkLst>
            <pc:docMk/>
            <pc:sldMk cId="385222770" sldId="259"/>
            <ac:spMk id="3" creationId="{EB30C7D0-53AF-5C13-9FAE-B74DDC136B7C}"/>
          </ac:spMkLst>
        </pc:spChg>
        <pc:spChg chg="del mod">
          <ac:chgData name="Sage Babish" userId="4842bc7e66bb6391" providerId="LiveId" clId="{EE305BC0-B0CE-40AE-B6E5-AF51193813AF}" dt="2025-07-07T19:26:32.533" v="1683" actId="478"/>
          <ac:spMkLst>
            <pc:docMk/>
            <pc:sldMk cId="385222770" sldId="259"/>
            <ac:spMk id="4" creationId="{7A9876F4-B143-5C04-9A03-546D0D590EF9}"/>
          </ac:spMkLst>
        </pc:spChg>
        <pc:spChg chg="add mod">
          <ac:chgData name="Sage Babish" userId="4842bc7e66bb6391" providerId="LiveId" clId="{EE305BC0-B0CE-40AE-B6E5-AF51193813AF}" dt="2025-07-07T19:26:23.911" v="1681" actId="164"/>
          <ac:spMkLst>
            <pc:docMk/>
            <pc:sldMk cId="385222770" sldId="259"/>
            <ac:spMk id="5" creationId="{53C83B50-81D3-F5A9-5963-A40217B54AF5}"/>
          </ac:spMkLst>
        </pc:spChg>
        <pc:spChg chg="add del mod">
          <ac:chgData name="Sage Babish" userId="4842bc7e66bb6391" providerId="LiveId" clId="{EE305BC0-B0CE-40AE-B6E5-AF51193813AF}" dt="2025-07-07T19:26:34.604" v="1684" actId="478"/>
          <ac:spMkLst>
            <pc:docMk/>
            <pc:sldMk cId="385222770" sldId="259"/>
            <ac:spMk id="8" creationId="{0CBA898C-7B7F-A8C7-8A10-BE0B18C62E2F}"/>
          </ac:spMkLst>
        </pc:spChg>
        <pc:spChg chg="add mod">
          <ac:chgData name="Sage Babish" userId="4842bc7e66bb6391" providerId="LiveId" clId="{EE305BC0-B0CE-40AE-B6E5-AF51193813AF}" dt="2025-07-07T19:32:19.527" v="1799" actId="12788"/>
          <ac:spMkLst>
            <pc:docMk/>
            <pc:sldMk cId="385222770" sldId="259"/>
            <ac:spMk id="9" creationId="{EB420185-DBE3-E99C-9CB1-BF943EDD5525}"/>
          </ac:spMkLst>
        </pc:spChg>
        <pc:spChg chg="add mod">
          <ac:chgData name="Sage Babish" userId="4842bc7e66bb6391" providerId="LiveId" clId="{EE305BC0-B0CE-40AE-B6E5-AF51193813AF}" dt="2025-07-07T20:18:08.951" v="1953" actId="1038"/>
          <ac:spMkLst>
            <pc:docMk/>
            <pc:sldMk cId="385222770" sldId="259"/>
            <ac:spMk id="10" creationId="{EDE4BF53-C92A-AE0E-7EB6-4D65582EBEF2}"/>
          </ac:spMkLst>
        </pc:spChg>
        <pc:spChg chg="add mod">
          <ac:chgData name="Sage Babish" userId="4842bc7e66bb6391" providerId="LiveId" clId="{EE305BC0-B0CE-40AE-B6E5-AF51193813AF}" dt="2025-07-07T19:33:10.180" v="1808" actId="207"/>
          <ac:spMkLst>
            <pc:docMk/>
            <pc:sldMk cId="385222770" sldId="259"/>
            <ac:spMk id="11" creationId="{7E77EFF5-E1F0-5993-2308-BFC28E25875A}"/>
          </ac:spMkLst>
        </pc:spChg>
        <pc:grpChg chg="add mod">
          <ac:chgData name="Sage Babish" userId="4842bc7e66bb6391" providerId="LiveId" clId="{EE305BC0-B0CE-40AE-B6E5-AF51193813AF}" dt="2025-07-07T19:32:19.527" v="1799" actId="12788"/>
          <ac:grpSpMkLst>
            <pc:docMk/>
            <pc:sldMk cId="385222770" sldId="259"/>
            <ac:grpSpMk id="6" creationId="{27B5B2CE-E26A-8AA1-C15F-2AEC5D9BFFCB}"/>
          </ac:grpSpMkLst>
        </pc:grpChg>
        <pc:cxnChg chg="add mod">
          <ac:chgData name="Sage Babish" userId="4842bc7e66bb6391" providerId="LiveId" clId="{EE305BC0-B0CE-40AE-B6E5-AF51193813AF}" dt="2025-07-07T19:33:02.699" v="1807" actId="1582"/>
          <ac:cxnSpMkLst>
            <pc:docMk/>
            <pc:sldMk cId="385222770" sldId="259"/>
            <ac:cxnSpMk id="13" creationId="{A7FD03F0-5D75-B225-705C-F24F74F65701}"/>
          </ac:cxnSpMkLst>
        </pc:cxnChg>
        <pc:cxnChg chg="add mod">
          <ac:chgData name="Sage Babish" userId="4842bc7e66bb6391" providerId="LiveId" clId="{EE305BC0-B0CE-40AE-B6E5-AF51193813AF}" dt="2025-07-07T19:36:42.705" v="1834" actId="693"/>
          <ac:cxnSpMkLst>
            <pc:docMk/>
            <pc:sldMk cId="385222770" sldId="259"/>
            <ac:cxnSpMk id="14" creationId="{95E080CA-2953-1F51-EC8B-BAE852086E66}"/>
          </ac:cxnSpMkLst>
        </pc:cxnChg>
        <pc:cxnChg chg="add del mod">
          <ac:chgData name="Sage Babish" userId="4842bc7e66bb6391" providerId="LiveId" clId="{EE305BC0-B0CE-40AE-B6E5-AF51193813AF}" dt="2025-07-08T22:43:13.483" v="5444" actId="478"/>
          <ac:cxnSpMkLst>
            <pc:docMk/>
            <pc:sldMk cId="385222770" sldId="259"/>
            <ac:cxnSpMk id="18" creationId="{6A74FF03-AA2B-A86C-CA1F-83DB28D76561}"/>
          </ac:cxnSpMkLst>
        </pc:cxnChg>
      </pc:sldChg>
      <pc:sldChg chg="addSp delSp modSp mod delAnim modAnim modNotesTx">
        <pc:chgData name="Sage Babish" userId="4842bc7e66bb6391" providerId="LiveId" clId="{EE305BC0-B0CE-40AE-B6E5-AF51193813AF}" dt="2025-07-08T21:10:36.055" v="5034" actId="478"/>
        <pc:sldMkLst>
          <pc:docMk/>
          <pc:sldMk cId="105854948" sldId="260"/>
        </pc:sldMkLst>
        <pc:spChg chg="mod">
          <ac:chgData name="Sage Babish" userId="4842bc7e66bb6391" providerId="LiveId" clId="{EE305BC0-B0CE-40AE-B6E5-AF51193813AF}" dt="2025-07-07T18:33:09.967" v="1274" actId="1036"/>
          <ac:spMkLst>
            <pc:docMk/>
            <pc:sldMk cId="105854948" sldId="260"/>
            <ac:spMk id="2" creationId="{1735CBD8-7B13-218C-061E-8514E3640A09}"/>
          </ac:spMkLst>
        </pc:spChg>
        <pc:spChg chg="add del mod">
          <ac:chgData name="Sage Babish" userId="4842bc7e66bb6391" providerId="LiveId" clId="{EE305BC0-B0CE-40AE-B6E5-AF51193813AF}" dt="2025-07-07T17:54:04.615" v="283" actId="478"/>
          <ac:spMkLst>
            <pc:docMk/>
            <pc:sldMk cId="105854948" sldId="260"/>
            <ac:spMk id="3" creationId="{CA08ADBA-7D77-1660-6756-6D4DCF684BD7}"/>
          </ac:spMkLst>
        </pc:spChg>
        <pc:spChg chg="add mod">
          <ac:chgData name="Sage Babish" userId="4842bc7e66bb6391" providerId="LiveId" clId="{EE305BC0-B0CE-40AE-B6E5-AF51193813AF}" dt="2025-07-07T20:21:06.510" v="2060" actId="1076"/>
          <ac:spMkLst>
            <pc:docMk/>
            <pc:sldMk cId="105854948" sldId="260"/>
            <ac:spMk id="4" creationId="{74F46659-81A1-9D00-80F4-1DF6FF4F343A}"/>
          </ac:spMkLst>
        </pc:spChg>
        <pc:spChg chg="add mod">
          <ac:chgData name="Sage Babish" userId="4842bc7e66bb6391" providerId="LiveId" clId="{EE305BC0-B0CE-40AE-B6E5-AF51193813AF}" dt="2025-07-07T18:27:47.033" v="1158" actId="1076"/>
          <ac:spMkLst>
            <pc:docMk/>
            <pc:sldMk cId="105854948" sldId="260"/>
            <ac:spMk id="5" creationId="{B9CFD520-9D6F-9D45-1350-F888B269DA71}"/>
          </ac:spMkLst>
        </pc:spChg>
        <pc:spChg chg="del mod">
          <ac:chgData name="Sage Babish" userId="4842bc7e66bb6391" providerId="LiveId" clId="{EE305BC0-B0CE-40AE-B6E5-AF51193813AF}" dt="2025-07-07T18:26:57.092" v="1074" actId="478"/>
          <ac:spMkLst>
            <pc:docMk/>
            <pc:sldMk cId="105854948" sldId="260"/>
            <ac:spMk id="6" creationId="{E0153E92-0EF4-5DF2-40A9-CD3DBF3BDDD5}"/>
          </ac:spMkLst>
        </pc:spChg>
        <pc:spChg chg="add del mod">
          <ac:chgData name="Sage Babish" userId="4842bc7e66bb6391" providerId="LiveId" clId="{EE305BC0-B0CE-40AE-B6E5-AF51193813AF}" dt="2025-07-07T18:27:00.042" v="1075" actId="478"/>
          <ac:spMkLst>
            <pc:docMk/>
            <pc:sldMk cId="105854948" sldId="260"/>
            <ac:spMk id="8" creationId="{86F1A811-AB51-A927-F4A3-86769489F51F}"/>
          </ac:spMkLst>
        </pc:spChg>
        <pc:spChg chg="add mod">
          <ac:chgData name="Sage Babish" userId="4842bc7e66bb6391" providerId="LiveId" clId="{EE305BC0-B0CE-40AE-B6E5-AF51193813AF}" dt="2025-07-07T20:20:15.013" v="2005" actId="20577"/>
          <ac:spMkLst>
            <pc:docMk/>
            <pc:sldMk cId="105854948" sldId="260"/>
            <ac:spMk id="9" creationId="{B51E6C98-6EFD-8DAF-A4A0-70694EDDC8FF}"/>
          </ac:spMkLst>
        </pc:spChg>
        <pc:spChg chg="add del mod">
          <ac:chgData name="Sage Babish" userId="4842bc7e66bb6391" providerId="LiveId" clId="{EE305BC0-B0CE-40AE-B6E5-AF51193813AF}" dt="2025-07-08T21:10:36.055" v="5034" actId="478"/>
          <ac:spMkLst>
            <pc:docMk/>
            <pc:sldMk cId="105854948" sldId="260"/>
            <ac:spMk id="10" creationId="{1C4D6E09-B40D-1C40-0669-CC72EABE041D}"/>
          </ac:spMkLst>
        </pc:spChg>
        <pc:spChg chg="add mod">
          <ac:chgData name="Sage Babish" userId="4842bc7e66bb6391" providerId="LiveId" clId="{EE305BC0-B0CE-40AE-B6E5-AF51193813AF}" dt="2025-07-07T18:39:05.718" v="1643" actId="1076"/>
          <ac:spMkLst>
            <pc:docMk/>
            <pc:sldMk cId="105854948" sldId="260"/>
            <ac:spMk id="11" creationId="{4B155CE1-DD0B-2255-DE0E-BF319A854CBE}"/>
          </ac:spMkLst>
        </pc:spChg>
        <pc:picChg chg="add mod">
          <ac:chgData name="Sage Babish" userId="4842bc7e66bb6391" providerId="LiveId" clId="{EE305BC0-B0CE-40AE-B6E5-AF51193813AF}" dt="2025-07-07T18:33:00.950" v="1251" actId="167"/>
          <ac:picMkLst>
            <pc:docMk/>
            <pc:sldMk cId="105854948" sldId="260"/>
            <ac:picMk id="1026" creationId="{6B01C4D5-6A7C-5F13-5496-3C3DA32B71E6}"/>
          </ac:picMkLst>
        </pc:picChg>
        <pc:picChg chg="add del mod">
          <ac:chgData name="Sage Babish" userId="4842bc7e66bb6391" providerId="LiveId" clId="{EE305BC0-B0CE-40AE-B6E5-AF51193813AF}" dt="2025-07-07T18:27:53.911" v="1162" actId="478"/>
          <ac:picMkLst>
            <pc:docMk/>
            <pc:sldMk cId="105854948" sldId="260"/>
            <ac:picMk id="1028" creationId="{11D60F19-E3FA-8228-C4DA-ED6452DCF86D}"/>
          </ac:picMkLst>
        </pc:picChg>
        <pc:picChg chg="add del mod">
          <ac:chgData name="Sage Babish" userId="4842bc7e66bb6391" providerId="LiveId" clId="{EE305BC0-B0CE-40AE-B6E5-AF51193813AF}" dt="2025-07-07T18:32:16.089" v="1174" actId="1076"/>
          <ac:picMkLst>
            <pc:docMk/>
            <pc:sldMk cId="105854948" sldId="260"/>
            <ac:picMk id="1030" creationId="{71527ADE-6770-D4DE-4588-119B17264127}"/>
          </ac:picMkLst>
        </pc:picChg>
        <pc:picChg chg="add mod">
          <ac:chgData name="Sage Babish" userId="4842bc7e66bb6391" providerId="LiveId" clId="{EE305BC0-B0CE-40AE-B6E5-AF51193813AF}" dt="2025-07-07T18:31:31.918" v="1166" actId="1076"/>
          <ac:picMkLst>
            <pc:docMk/>
            <pc:sldMk cId="105854948" sldId="260"/>
            <ac:picMk id="1032" creationId="{9D4313AB-34FB-20B0-109D-15804784B048}"/>
          </ac:picMkLst>
        </pc:picChg>
      </pc:sldChg>
      <pc:sldChg chg="del">
        <pc:chgData name="Sage Babish" userId="4842bc7e66bb6391" providerId="LiveId" clId="{EE305BC0-B0CE-40AE-B6E5-AF51193813AF}" dt="2025-07-06T23:08:56.268" v="1" actId="47"/>
        <pc:sldMkLst>
          <pc:docMk/>
          <pc:sldMk cId="1987240518" sldId="266"/>
        </pc:sldMkLst>
      </pc:sldChg>
      <pc:sldChg chg="addSp delSp modSp mod delAnim modAnim">
        <pc:chgData name="Sage Babish" userId="4842bc7e66bb6391" providerId="LiveId" clId="{EE305BC0-B0CE-40AE-B6E5-AF51193813AF}" dt="2025-07-08T22:50:23.089" v="5488" actId="1076"/>
        <pc:sldMkLst>
          <pc:docMk/>
          <pc:sldMk cId="4175581701" sldId="268"/>
        </pc:sldMkLst>
        <pc:spChg chg="mod">
          <ac:chgData name="Sage Babish" userId="4842bc7e66bb6391" providerId="LiveId" clId="{EE305BC0-B0CE-40AE-B6E5-AF51193813AF}" dt="2025-07-07T20:40:58.490" v="2374" actId="20577"/>
          <ac:spMkLst>
            <pc:docMk/>
            <pc:sldMk cId="4175581701" sldId="268"/>
            <ac:spMk id="2" creationId="{CAFCC7FD-9BB8-7808-2132-D4F22CBCDCF4}"/>
          </ac:spMkLst>
        </pc:spChg>
        <pc:spChg chg="del mod">
          <ac:chgData name="Sage Babish" userId="4842bc7e66bb6391" providerId="LiveId" clId="{EE305BC0-B0CE-40AE-B6E5-AF51193813AF}" dt="2025-07-07T20:41:03.626" v="2375" actId="478"/>
          <ac:spMkLst>
            <pc:docMk/>
            <pc:sldMk cId="4175581701" sldId="268"/>
            <ac:spMk id="3" creationId="{6008A5CB-5C89-5E1F-F16A-7ED6C21F4334}"/>
          </ac:spMkLst>
        </pc:spChg>
        <pc:spChg chg="add mod">
          <ac:chgData name="Sage Babish" userId="4842bc7e66bb6391" providerId="LiveId" clId="{EE305BC0-B0CE-40AE-B6E5-AF51193813AF}" dt="2025-07-08T20:54:18.892" v="4721" actId="20577"/>
          <ac:spMkLst>
            <pc:docMk/>
            <pc:sldMk cId="4175581701" sldId="268"/>
            <ac:spMk id="5" creationId="{DA4B0C0E-70DE-0EC3-F39F-0FB065EA252C}"/>
          </ac:spMkLst>
        </pc:spChg>
        <pc:spChg chg="mod">
          <ac:chgData name="Sage Babish" userId="4842bc7e66bb6391" providerId="LiveId" clId="{EE305BC0-B0CE-40AE-B6E5-AF51193813AF}" dt="2025-07-07T23:52:42.167" v="3915"/>
          <ac:spMkLst>
            <pc:docMk/>
            <pc:sldMk cId="4175581701" sldId="268"/>
            <ac:spMk id="8" creationId="{49DFC54D-EAE4-CA28-7279-23A7A3583524}"/>
          </ac:spMkLst>
        </pc:spChg>
        <pc:spChg chg="mod">
          <ac:chgData name="Sage Babish" userId="4842bc7e66bb6391" providerId="LiveId" clId="{EE305BC0-B0CE-40AE-B6E5-AF51193813AF}" dt="2025-07-07T23:52:42.167" v="3915"/>
          <ac:spMkLst>
            <pc:docMk/>
            <pc:sldMk cId="4175581701" sldId="268"/>
            <ac:spMk id="9" creationId="{E008730C-3C3B-53B0-1B52-27A55A50FF3A}"/>
          </ac:spMkLst>
        </pc:spChg>
        <pc:spChg chg="mod">
          <ac:chgData name="Sage Babish" userId="4842bc7e66bb6391" providerId="LiveId" clId="{EE305BC0-B0CE-40AE-B6E5-AF51193813AF}" dt="2025-07-07T23:52:42.167" v="3915"/>
          <ac:spMkLst>
            <pc:docMk/>
            <pc:sldMk cId="4175581701" sldId="268"/>
            <ac:spMk id="10" creationId="{18DF2621-BD30-3446-3F81-E19CD614FB42}"/>
          </ac:spMkLst>
        </pc:spChg>
        <pc:spChg chg="mod">
          <ac:chgData name="Sage Babish" userId="4842bc7e66bb6391" providerId="LiveId" clId="{EE305BC0-B0CE-40AE-B6E5-AF51193813AF}" dt="2025-07-07T23:52:42.167" v="3915"/>
          <ac:spMkLst>
            <pc:docMk/>
            <pc:sldMk cId="4175581701" sldId="268"/>
            <ac:spMk id="14" creationId="{648F38A0-21C0-E227-FE76-AD37B86CC0D8}"/>
          </ac:spMkLst>
        </pc:spChg>
        <pc:spChg chg="mod">
          <ac:chgData name="Sage Babish" userId="4842bc7e66bb6391" providerId="LiveId" clId="{EE305BC0-B0CE-40AE-B6E5-AF51193813AF}" dt="2025-07-07T23:52:42.167" v="3915"/>
          <ac:spMkLst>
            <pc:docMk/>
            <pc:sldMk cId="4175581701" sldId="268"/>
            <ac:spMk id="15" creationId="{1B0607F9-4907-07F7-BB2F-644EB3F9C803}"/>
          </ac:spMkLst>
        </pc:spChg>
        <pc:grpChg chg="add mod">
          <ac:chgData name="Sage Babish" userId="4842bc7e66bb6391" providerId="LiveId" clId="{EE305BC0-B0CE-40AE-B6E5-AF51193813AF}" dt="2025-07-07T23:52:49.916" v="3916" actId="1076"/>
          <ac:grpSpMkLst>
            <pc:docMk/>
            <pc:sldMk cId="4175581701" sldId="268"/>
            <ac:grpSpMk id="6" creationId="{160D0D6C-F5A3-57A2-54F5-5783FE6FD5AE}"/>
          </ac:grpSpMkLst>
        </pc:grpChg>
        <pc:grpChg chg="mod">
          <ac:chgData name="Sage Babish" userId="4842bc7e66bb6391" providerId="LiveId" clId="{EE305BC0-B0CE-40AE-B6E5-AF51193813AF}" dt="2025-07-07T23:52:42.167" v="3915"/>
          <ac:grpSpMkLst>
            <pc:docMk/>
            <pc:sldMk cId="4175581701" sldId="268"/>
            <ac:grpSpMk id="7" creationId="{B6660AFB-45A7-4C54-5F6B-26CD3D77B9C7}"/>
          </ac:grpSpMkLst>
        </pc:grpChg>
        <pc:picChg chg="add mod">
          <ac:chgData name="Sage Babish" userId="4842bc7e66bb6391" providerId="LiveId" clId="{EE305BC0-B0CE-40AE-B6E5-AF51193813AF}" dt="2025-07-08T22:50:23.089" v="5488" actId="1076"/>
          <ac:picMkLst>
            <pc:docMk/>
            <pc:sldMk cId="4175581701" sldId="268"/>
            <ac:picMk id="17" creationId="{0626F627-DACE-3EC4-5EA5-9706B2BD32F2}"/>
          </ac:picMkLst>
        </pc:picChg>
        <pc:cxnChg chg="mod">
          <ac:chgData name="Sage Babish" userId="4842bc7e66bb6391" providerId="LiveId" clId="{EE305BC0-B0CE-40AE-B6E5-AF51193813AF}" dt="2025-07-07T23:52:42.167" v="3915"/>
          <ac:cxnSpMkLst>
            <pc:docMk/>
            <pc:sldMk cId="4175581701" sldId="268"/>
            <ac:cxnSpMk id="11" creationId="{E1AEE9EB-F51A-FFCA-1A6A-1A61CCA8D89D}"/>
          </ac:cxnSpMkLst>
        </pc:cxnChg>
        <pc:cxnChg chg="mod">
          <ac:chgData name="Sage Babish" userId="4842bc7e66bb6391" providerId="LiveId" clId="{EE305BC0-B0CE-40AE-B6E5-AF51193813AF}" dt="2025-07-07T23:52:42.167" v="3915"/>
          <ac:cxnSpMkLst>
            <pc:docMk/>
            <pc:sldMk cId="4175581701" sldId="268"/>
            <ac:cxnSpMk id="12" creationId="{B1978C2B-D4FB-9FF6-9E15-4490A4B9D5CF}"/>
          </ac:cxnSpMkLst>
        </pc:cxnChg>
        <pc:cxnChg chg="del mod">
          <ac:chgData name="Sage Babish" userId="4842bc7e66bb6391" providerId="LiveId" clId="{EE305BC0-B0CE-40AE-B6E5-AF51193813AF}" dt="2025-07-08T22:43:26.399" v="5446" actId="478"/>
          <ac:cxnSpMkLst>
            <pc:docMk/>
            <pc:sldMk cId="4175581701" sldId="268"/>
            <ac:cxnSpMk id="13" creationId="{8FA3F03F-F0C1-68D8-F060-F7B521FE554A}"/>
          </ac:cxnSpMkLst>
        </pc:cxnChg>
      </pc:sldChg>
      <pc:sldChg chg="addSp delSp modSp mod modNotesTx">
        <pc:chgData name="Sage Babish" userId="4842bc7e66bb6391" providerId="LiveId" clId="{EE305BC0-B0CE-40AE-B6E5-AF51193813AF}" dt="2025-07-08T22:49:51.389" v="5482" actId="20577"/>
        <pc:sldMkLst>
          <pc:docMk/>
          <pc:sldMk cId="1572764920" sldId="269"/>
        </pc:sldMkLst>
        <pc:spChg chg="mod">
          <ac:chgData name="Sage Babish" userId="4842bc7e66bb6391" providerId="LiveId" clId="{EE305BC0-B0CE-40AE-B6E5-AF51193813AF}" dt="2025-07-08T21:06:47.427" v="5007" actId="20577"/>
          <ac:spMkLst>
            <pc:docMk/>
            <pc:sldMk cId="1572764920" sldId="269"/>
            <ac:spMk id="2" creationId="{3EA81818-5A09-5C6F-65D9-1814E8E03D5C}"/>
          </ac:spMkLst>
        </pc:spChg>
        <pc:spChg chg="del mod">
          <ac:chgData name="Sage Babish" userId="4842bc7e66bb6391" providerId="LiveId" clId="{EE305BC0-B0CE-40AE-B6E5-AF51193813AF}" dt="2025-07-08T20:59:07.390" v="4749" actId="478"/>
          <ac:spMkLst>
            <pc:docMk/>
            <pc:sldMk cId="1572764920" sldId="269"/>
            <ac:spMk id="3" creationId="{ED148AC7-EE45-5F33-5748-C8EAA83C5850}"/>
          </ac:spMkLst>
        </pc:spChg>
        <pc:spChg chg="add mod">
          <ac:chgData name="Sage Babish" userId="4842bc7e66bb6391" providerId="LiveId" clId="{EE305BC0-B0CE-40AE-B6E5-AF51193813AF}" dt="2025-07-08T22:49:21.135" v="5478" actId="20577"/>
          <ac:spMkLst>
            <pc:docMk/>
            <pc:sldMk cId="1572764920" sldId="269"/>
            <ac:spMk id="4" creationId="{E450DA09-D792-CD88-9BD9-22EDA1EC218C}"/>
          </ac:spMkLst>
        </pc:spChg>
        <pc:spChg chg="add mod">
          <ac:chgData name="Sage Babish" userId="4842bc7e66bb6391" providerId="LiveId" clId="{EE305BC0-B0CE-40AE-B6E5-AF51193813AF}" dt="2025-07-08T22:49:51.389" v="5482" actId="20577"/>
          <ac:spMkLst>
            <pc:docMk/>
            <pc:sldMk cId="1572764920" sldId="269"/>
            <ac:spMk id="5" creationId="{6DA1369F-F5C4-0944-48E9-33A42FDB0D46}"/>
          </ac:spMkLst>
        </pc:spChg>
        <pc:spChg chg="add mod">
          <ac:chgData name="Sage Babish" userId="4842bc7e66bb6391" providerId="LiveId" clId="{EE305BC0-B0CE-40AE-B6E5-AF51193813AF}" dt="2025-07-08T21:07:02.750" v="5012" actId="20577"/>
          <ac:spMkLst>
            <pc:docMk/>
            <pc:sldMk cId="1572764920" sldId="269"/>
            <ac:spMk id="6" creationId="{B920C213-65FC-9279-7349-CDF859A3572F}"/>
          </ac:spMkLst>
        </pc:spChg>
        <pc:spChg chg="add del mod">
          <ac:chgData name="Sage Babish" userId="4842bc7e66bb6391" providerId="LiveId" clId="{EE305BC0-B0CE-40AE-B6E5-AF51193813AF}" dt="2025-07-08T20:59:09.476" v="4750" actId="478"/>
          <ac:spMkLst>
            <pc:docMk/>
            <pc:sldMk cId="1572764920" sldId="269"/>
            <ac:spMk id="8" creationId="{9AAFFC93-9672-F626-D4A1-47B3731C5623}"/>
          </ac:spMkLst>
        </pc:spChg>
        <pc:picChg chg="add mod">
          <ac:chgData name="Sage Babish" userId="4842bc7e66bb6391" providerId="LiveId" clId="{EE305BC0-B0CE-40AE-B6E5-AF51193813AF}" dt="2025-07-08T22:49:28.426" v="5480" actId="1076"/>
          <ac:picMkLst>
            <pc:docMk/>
            <pc:sldMk cId="1572764920" sldId="269"/>
            <ac:picMk id="9" creationId="{D966231D-36D6-F0D4-8931-016160B59E1B}"/>
          </ac:picMkLst>
        </pc:picChg>
        <pc:picChg chg="add mod">
          <ac:chgData name="Sage Babish" userId="4842bc7e66bb6391" providerId="LiveId" clId="{EE305BC0-B0CE-40AE-B6E5-AF51193813AF}" dt="2025-07-08T22:49:31.239" v="5481" actId="1076"/>
          <ac:picMkLst>
            <pc:docMk/>
            <pc:sldMk cId="1572764920" sldId="269"/>
            <ac:picMk id="11" creationId="{3959DCA0-684A-9AD8-562A-B81C8AA0295D}"/>
          </ac:picMkLst>
        </pc:picChg>
        <pc:picChg chg="add mod">
          <ac:chgData name="Sage Babish" userId="4842bc7e66bb6391" providerId="LiveId" clId="{EE305BC0-B0CE-40AE-B6E5-AF51193813AF}" dt="2025-07-08T21:07:17.789" v="5017" actId="1076"/>
          <ac:picMkLst>
            <pc:docMk/>
            <pc:sldMk cId="1572764920" sldId="269"/>
            <ac:picMk id="8194" creationId="{5910F218-5D40-B8DE-DE35-D84B5B59CADE}"/>
          </ac:picMkLst>
        </pc:picChg>
        <pc:picChg chg="add">
          <ac:chgData name="Sage Babish" userId="4842bc7e66bb6391" providerId="LiveId" clId="{EE305BC0-B0CE-40AE-B6E5-AF51193813AF}" dt="2025-07-08T20:57:29.938" v="4739"/>
          <ac:picMkLst>
            <pc:docMk/>
            <pc:sldMk cId="1572764920" sldId="269"/>
            <ac:picMk id="8196" creationId="{1DC48573-047A-7496-5E9E-139CE66B3837}"/>
          </ac:picMkLst>
        </pc:picChg>
        <pc:picChg chg="add">
          <ac:chgData name="Sage Babish" userId="4842bc7e66bb6391" providerId="LiveId" clId="{EE305BC0-B0CE-40AE-B6E5-AF51193813AF}" dt="2025-07-08T20:57:29.938" v="4739"/>
          <ac:picMkLst>
            <pc:docMk/>
            <pc:sldMk cId="1572764920" sldId="269"/>
            <ac:picMk id="8197" creationId="{6FC13D6E-B38D-FFE2-9492-5D3FD708FEB8}"/>
          </ac:picMkLst>
        </pc:picChg>
        <pc:picChg chg="add">
          <ac:chgData name="Sage Babish" userId="4842bc7e66bb6391" providerId="LiveId" clId="{EE305BC0-B0CE-40AE-B6E5-AF51193813AF}" dt="2025-07-08T20:57:29.938" v="4739"/>
          <ac:picMkLst>
            <pc:docMk/>
            <pc:sldMk cId="1572764920" sldId="269"/>
            <ac:picMk id="8198" creationId="{C575A385-E507-E2FE-A09C-5C1D9BDCB408}"/>
          </ac:picMkLst>
        </pc:picChg>
        <pc:picChg chg="add del">
          <ac:chgData name="Sage Babish" userId="4842bc7e66bb6391" providerId="LiveId" clId="{EE305BC0-B0CE-40AE-B6E5-AF51193813AF}" dt="2025-07-08T20:57:36.819" v="4741" actId="478"/>
          <ac:picMkLst>
            <pc:docMk/>
            <pc:sldMk cId="1572764920" sldId="269"/>
            <ac:picMk id="8200" creationId="{94696C99-3573-3ECB-BA46-6003C74A2D96}"/>
          </ac:picMkLst>
        </pc:picChg>
        <pc:picChg chg="add del">
          <ac:chgData name="Sage Babish" userId="4842bc7e66bb6391" providerId="LiveId" clId="{EE305BC0-B0CE-40AE-B6E5-AF51193813AF}" dt="2025-07-08T20:57:36.819" v="4741" actId="478"/>
          <ac:picMkLst>
            <pc:docMk/>
            <pc:sldMk cId="1572764920" sldId="269"/>
            <ac:picMk id="8201" creationId="{50F91228-AAF4-78D2-041F-4C63309FF661}"/>
          </ac:picMkLst>
        </pc:picChg>
        <pc:picChg chg="add del">
          <ac:chgData name="Sage Babish" userId="4842bc7e66bb6391" providerId="LiveId" clId="{EE305BC0-B0CE-40AE-B6E5-AF51193813AF}" dt="2025-07-08T20:57:36.819" v="4741" actId="478"/>
          <ac:picMkLst>
            <pc:docMk/>
            <pc:sldMk cId="1572764920" sldId="269"/>
            <ac:picMk id="8202" creationId="{DA44E420-CAC0-BA84-A368-BBB3178C35B9}"/>
          </ac:picMkLst>
        </pc:picChg>
        <pc:picChg chg="add mod">
          <ac:chgData name="Sage Babish" userId="4842bc7e66bb6391" providerId="LiveId" clId="{EE305BC0-B0CE-40AE-B6E5-AF51193813AF}" dt="2025-07-08T21:09:39.687" v="5030" actId="1076"/>
          <ac:picMkLst>
            <pc:docMk/>
            <pc:sldMk cId="1572764920" sldId="269"/>
            <ac:picMk id="8204" creationId="{64BBD79A-E565-AB5B-96FE-BDD5C66F0B13}"/>
          </ac:picMkLst>
        </pc:picChg>
        <pc:picChg chg="add mod">
          <ac:chgData name="Sage Babish" userId="4842bc7e66bb6391" providerId="LiveId" clId="{EE305BC0-B0CE-40AE-B6E5-AF51193813AF}" dt="2025-07-08T21:09:42.828" v="5031" actId="1076"/>
          <ac:picMkLst>
            <pc:docMk/>
            <pc:sldMk cId="1572764920" sldId="269"/>
            <ac:picMk id="8205" creationId="{4141DEDF-D965-719B-C9B4-774154F4F3F3}"/>
          </ac:picMkLst>
        </pc:picChg>
      </pc:sldChg>
      <pc:sldChg chg="addSp delSp modSp mod">
        <pc:chgData name="Sage Babish" userId="4842bc7e66bb6391" providerId="LiveId" clId="{EE305BC0-B0CE-40AE-B6E5-AF51193813AF}" dt="2025-07-08T21:57:22.830" v="5173" actId="1076"/>
        <pc:sldMkLst>
          <pc:docMk/>
          <pc:sldMk cId="3826827804" sldId="270"/>
        </pc:sldMkLst>
        <pc:spChg chg="mod">
          <ac:chgData name="Sage Babish" userId="4842bc7e66bb6391" providerId="LiveId" clId="{EE305BC0-B0CE-40AE-B6E5-AF51193813AF}" dt="2025-07-08T21:54:09.910" v="5095" actId="20577"/>
          <ac:spMkLst>
            <pc:docMk/>
            <pc:sldMk cId="3826827804" sldId="270"/>
            <ac:spMk id="2" creationId="{51A64BDA-99EB-639F-B0C5-2B7726C10F68}"/>
          </ac:spMkLst>
        </pc:spChg>
        <pc:spChg chg="del">
          <ac:chgData name="Sage Babish" userId="4842bc7e66bb6391" providerId="LiveId" clId="{EE305BC0-B0CE-40AE-B6E5-AF51193813AF}" dt="2025-07-08T21:56:02.667" v="5161" actId="478"/>
          <ac:spMkLst>
            <pc:docMk/>
            <pc:sldMk cId="3826827804" sldId="270"/>
            <ac:spMk id="3" creationId="{FA19454E-CAC3-AC66-CD80-27D4CBBE206B}"/>
          </ac:spMkLst>
        </pc:spChg>
        <pc:spChg chg="add mod">
          <ac:chgData name="Sage Babish" userId="4842bc7e66bb6391" providerId="LiveId" clId="{EE305BC0-B0CE-40AE-B6E5-AF51193813AF}" dt="2025-07-08T21:56:21.379" v="5167" actId="208"/>
          <ac:spMkLst>
            <pc:docMk/>
            <pc:sldMk cId="3826827804" sldId="270"/>
            <ac:spMk id="4" creationId="{1E3E2B13-8AC0-F6B2-56DC-71423DD2F3A1}"/>
          </ac:spMkLst>
        </pc:spChg>
        <pc:spChg chg="add mod">
          <ac:chgData name="Sage Babish" userId="4842bc7e66bb6391" providerId="LiveId" clId="{EE305BC0-B0CE-40AE-B6E5-AF51193813AF}" dt="2025-07-08T21:57:22.830" v="5173" actId="1076"/>
          <ac:spMkLst>
            <pc:docMk/>
            <pc:sldMk cId="3826827804" sldId="270"/>
            <ac:spMk id="5" creationId="{A1D04AED-197A-E4BF-87E9-B2F14D7D608E}"/>
          </ac:spMkLst>
        </pc:spChg>
        <pc:picChg chg="add mod">
          <ac:chgData name="Sage Babish" userId="4842bc7e66bb6391" providerId="LiveId" clId="{EE305BC0-B0CE-40AE-B6E5-AF51193813AF}" dt="2025-07-08T21:56:07.680" v="5164" actId="1076"/>
          <ac:picMkLst>
            <pc:docMk/>
            <pc:sldMk cId="3826827804" sldId="270"/>
            <ac:picMk id="11266" creationId="{4B08BBF3-406E-998B-FD1E-213F54F146C2}"/>
          </ac:picMkLst>
        </pc:picChg>
        <pc:picChg chg="add del">
          <ac:chgData name="Sage Babish" userId="4842bc7e66bb6391" providerId="LiveId" clId="{EE305BC0-B0CE-40AE-B6E5-AF51193813AF}" dt="2025-07-08T21:56:50.311" v="5169" actId="478"/>
          <ac:picMkLst>
            <pc:docMk/>
            <pc:sldMk cId="3826827804" sldId="270"/>
            <ac:picMk id="11268" creationId="{E53FE0E8-0D9F-3F4F-8B17-C4B946E0EF59}"/>
          </ac:picMkLst>
        </pc:picChg>
      </pc:sldChg>
      <pc:sldChg chg="modSp mod ord">
        <pc:chgData name="Sage Babish" userId="4842bc7e66bb6391" providerId="LiveId" clId="{EE305BC0-B0CE-40AE-B6E5-AF51193813AF}" dt="2025-07-08T21:54:22.132" v="5109" actId="20577"/>
        <pc:sldMkLst>
          <pc:docMk/>
          <pc:sldMk cId="1491415579" sldId="271"/>
        </pc:sldMkLst>
        <pc:spChg chg="mod">
          <ac:chgData name="Sage Babish" userId="4842bc7e66bb6391" providerId="LiveId" clId="{EE305BC0-B0CE-40AE-B6E5-AF51193813AF}" dt="2025-07-08T21:54:22.132" v="5109" actId="20577"/>
          <ac:spMkLst>
            <pc:docMk/>
            <pc:sldMk cId="1491415579" sldId="271"/>
            <ac:spMk id="2" creationId="{053ABED6-804B-A3C6-D147-9124ED55D722}"/>
          </ac:spMkLst>
        </pc:spChg>
      </pc:sldChg>
      <pc:sldChg chg="addSp delSp modSp mod modAnim">
        <pc:chgData name="Sage Babish" userId="4842bc7e66bb6391" providerId="LiveId" clId="{EE305BC0-B0CE-40AE-B6E5-AF51193813AF}" dt="2025-07-08T22:00:44.929" v="5277" actId="478"/>
        <pc:sldMkLst>
          <pc:docMk/>
          <pc:sldMk cId="1659185705" sldId="272"/>
        </pc:sldMkLst>
        <pc:spChg chg="mod">
          <ac:chgData name="Sage Babish" userId="4842bc7e66bb6391" providerId="LiveId" clId="{EE305BC0-B0CE-40AE-B6E5-AF51193813AF}" dt="2025-07-08T22:00:28.887" v="5274" actId="404"/>
          <ac:spMkLst>
            <pc:docMk/>
            <pc:sldMk cId="1659185705" sldId="272"/>
            <ac:spMk id="2" creationId="{062E3430-1627-DA93-7314-452E681ED126}"/>
          </ac:spMkLst>
        </pc:spChg>
        <pc:spChg chg="del">
          <ac:chgData name="Sage Babish" userId="4842bc7e66bb6391" providerId="LiveId" clId="{EE305BC0-B0CE-40AE-B6E5-AF51193813AF}" dt="2025-07-08T21:57:57.173" v="5174" actId="478"/>
          <ac:spMkLst>
            <pc:docMk/>
            <pc:sldMk cId="1659185705" sldId="272"/>
            <ac:spMk id="3" creationId="{BB957C0F-2892-9170-CC1F-B9EF96E2BB77}"/>
          </ac:spMkLst>
        </pc:spChg>
        <pc:spChg chg="add del mod">
          <ac:chgData name="Sage Babish" userId="4842bc7e66bb6391" providerId="LiveId" clId="{EE305BC0-B0CE-40AE-B6E5-AF51193813AF}" dt="2025-07-08T22:00:44.929" v="5277" actId="478"/>
          <ac:spMkLst>
            <pc:docMk/>
            <pc:sldMk cId="1659185705" sldId="272"/>
            <ac:spMk id="8" creationId="{FB97AF65-FAA4-1C08-DDAB-B2D0ACFF61F8}"/>
          </ac:spMkLst>
        </pc:spChg>
        <pc:spChg chg="add mod">
          <ac:chgData name="Sage Babish" userId="4842bc7e66bb6391" providerId="LiveId" clId="{EE305BC0-B0CE-40AE-B6E5-AF51193813AF}" dt="2025-07-08T21:58:03.321" v="5175"/>
          <ac:spMkLst>
            <pc:docMk/>
            <pc:sldMk cId="1659185705" sldId="272"/>
            <ac:spMk id="12" creationId="{34EA5DFB-ACDD-0E13-E9A3-C30931EF8913}"/>
          </ac:spMkLst>
        </pc:spChg>
        <pc:spChg chg="add mod">
          <ac:chgData name="Sage Babish" userId="4842bc7e66bb6391" providerId="LiveId" clId="{EE305BC0-B0CE-40AE-B6E5-AF51193813AF}" dt="2025-07-08T22:00:40.504" v="5276" actId="1076"/>
          <ac:spMkLst>
            <pc:docMk/>
            <pc:sldMk cId="1659185705" sldId="272"/>
            <ac:spMk id="13" creationId="{10600F6C-B3A4-9B5D-36E2-98690CA86B01}"/>
          </ac:spMkLst>
        </pc:spChg>
        <pc:grpChg chg="add del mod">
          <ac:chgData name="Sage Babish" userId="4842bc7e66bb6391" providerId="LiveId" clId="{EE305BC0-B0CE-40AE-B6E5-AF51193813AF}" dt="2025-07-08T21:58:30.300" v="5197" actId="478"/>
          <ac:grpSpMkLst>
            <pc:docMk/>
            <pc:sldMk cId="1659185705" sldId="272"/>
            <ac:grpSpMk id="4" creationId="{8CB6E698-CA82-7776-52FA-21065F622A26}"/>
          </ac:grpSpMkLst>
        </pc:grpChg>
        <pc:grpChg chg="add del mod">
          <ac:chgData name="Sage Babish" userId="4842bc7e66bb6391" providerId="LiveId" clId="{EE305BC0-B0CE-40AE-B6E5-AF51193813AF}" dt="2025-07-08T22:00:28.887" v="5274" actId="404"/>
          <ac:grpSpMkLst>
            <pc:docMk/>
            <pc:sldMk cId="1659185705" sldId="272"/>
            <ac:grpSpMk id="5" creationId="{985340A4-E9EE-96AC-668B-DCF21905CAEC}"/>
          </ac:grpSpMkLst>
        </pc:grpChg>
        <pc:grpChg chg="add del mod topLvl">
          <ac:chgData name="Sage Babish" userId="4842bc7e66bb6391" providerId="LiveId" clId="{EE305BC0-B0CE-40AE-B6E5-AF51193813AF}" dt="2025-07-08T21:58:31.712" v="5198" actId="478"/>
          <ac:grpSpMkLst>
            <pc:docMk/>
            <pc:sldMk cId="1659185705" sldId="272"/>
            <ac:grpSpMk id="10" creationId="{D168471B-1C17-8C9D-6592-D49151CBC5B1}"/>
          </ac:grpSpMkLst>
        </pc:grpChg>
        <pc:picChg chg="add mod">
          <ac:chgData name="Sage Babish" userId="4842bc7e66bb6391" providerId="LiveId" clId="{EE305BC0-B0CE-40AE-B6E5-AF51193813AF}" dt="2025-07-08T22:00:25.415" v="5273" actId="404"/>
          <ac:picMkLst>
            <pc:docMk/>
            <pc:sldMk cId="1659185705" sldId="272"/>
            <ac:picMk id="6" creationId="{63987DF7-7443-AF4F-943A-4DDFE40CCBF4}"/>
          </ac:picMkLst>
        </pc:picChg>
        <pc:picChg chg="add mod">
          <ac:chgData name="Sage Babish" userId="4842bc7e66bb6391" providerId="LiveId" clId="{EE305BC0-B0CE-40AE-B6E5-AF51193813AF}" dt="2025-07-08T22:00:25.415" v="5273" actId="404"/>
          <ac:picMkLst>
            <pc:docMk/>
            <pc:sldMk cId="1659185705" sldId="272"/>
            <ac:picMk id="7" creationId="{89D2F90C-A4F6-6847-A8CD-B6E254495C12}"/>
          </ac:picMkLst>
        </pc:picChg>
        <pc:picChg chg="add del mod topLvl">
          <ac:chgData name="Sage Babish" userId="4842bc7e66bb6391" providerId="LiveId" clId="{EE305BC0-B0CE-40AE-B6E5-AF51193813AF}" dt="2025-07-08T21:58:30.300" v="5197" actId="478"/>
          <ac:picMkLst>
            <pc:docMk/>
            <pc:sldMk cId="1659185705" sldId="272"/>
            <ac:picMk id="9" creationId="{D05F6800-A79D-0049-AECF-A7B6B39B42DB}"/>
          </ac:picMkLst>
        </pc:picChg>
        <pc:picChg chg="add mod">
          <ac:chgData name="Sage Babish" userId="4842bc7e66bb6391" providerId="LiveId" clId="{EE305BC0-B0CE-40AE-B6E5-AF51193813AF}" dt="2025-07-08T21:58:03.321" v="5175"/>
          <ac:picMkLst>
            <pc:docMk/>
            <pc:sldMk cId="1659185705" sldId="272"/>
            <ac:picMk id="11" creationId="{83B79557-4BCC-7CA3-5A97-243EFE93EE89}"/>
          </ac:picMkLst>
        </pc:picChg>
        <pc:picChg chg="add mod">
          <ac:chgData name="Sage Babish" userId="4842bc7e66bb6391" providerId="LiveId" clId="{EE305BC0-B0CE-40AE-B6E5-AF51193813AF}" dt="2025-07-08T22:00:28.887" v="5274" actId="404"/>
          <ac:picMkLst>
            <pc:docMk/>
            <pc:sldMk cId="1659185705" sldId="272"/>
            <ac:picMk id="12290" creationId="{51C5C2FC-7E78-37FB-DE7B-94CB6C6F6BAC}"/>
          </ac:picMkLst>
        </pc:picChg>
        <pc:picChg chg="add mod">
          <ac:chgData name="Sage Babish" userId="4842bc7e66bb6391" providerId="LiveId" clId="{EE305BC0-B0CE-40AE-B6E5-AF51193813AF}" dt="2025-07-08T22:00:28.887" v="5274" actId="404"/>
          <ac:picMkLst>
            <pc:docMk/>
            <pc:sldMk cId="1659185705" sldId="272"/>
            <ac:picMk id="12292" creationId="{966E286D-1C74-4C17-1458-BDF7342E93BB}"/>
          </ac:picMkLst>
        </pc:picChg>
      </pc:sldChg>
      <pc:sldChg chg="del">
        <pc:chgData name="Sage Babish" userId="4842bc7e66bb6391" providerId="LiveId" clId="{EE305BC0-B0CE-40AE-B6E5-AF51193813AF}" dt="2025-07-08T21:53:57.501" v="5066" actId="47"/>
        <pc:sldMkLst>
          <pc:docMk/>
          <pc:sldMk cId="1300542170" sldId="273"/>
        </pc:sldMkLst>
      </pc:sldChg>
      <pc:sldChg chg="addSp delSp modSp mod modAnim">
        <pc:chgData name="Sage Babish" userId="4842bc7e66bb6391" providerId="LiveId" clId="{EE305BC0-B0CE-40AE-B6E5-AF51193813AF}" dt="2025-07-08T22:42:47.193" v="5440" actId="1076"/>
        <pc:sldMkLst>
          <pc:docMk/>
          <pc:sldMk cId="1563832224" sldId="274"/>
        </pc:sldMkLst>
        <pc:spChg chg="mod">
          <ac:chgData name="Sage Babish" userId="4842bc7e66bb6391" providerId="LiveId" clId="{EE305BC0-B0CE-40AE-B6E5-AF51193813AF}" dt="2025-07-07T18:19:29.249" v="925" actId="1076"/>
          <ac:spMkLst>
            <pc:docMk/>
            <pc:sldMk cId="1563832224" sldId="274"/>
            <ac:spMk id="24" creationId="{1CC87C51-C908-B220-1825-96CDEC79A81D}"/>
          </ac:spMkLst>
        </pc:spChg>
        <pc:picChg chg="add mod">
          <ac:chgData name="Sage Babish" userId="4842bc7e66bb6391" providerId="LiveId" clId="{EE305BC0-B0CE-40AE-B6E5-AF51193813AF}" dt="2025-07-08T22:42:47.193" v="5440" actId="1076"/>
          <ac:picMkLst>
            <pc:docMk/>
            <pc:sldMk cId="1563832224" sldId="274"/>
            <ac:picMk id="3" creationId="{66D32B5A-3A2D-F63A-C567-B7643510B3AA}"/>
          </ac:picMkLst>
        </pc:picChg>
        <pc:picChg chg="mod">
          <ac:chgData name="Sage Babish" userId="4842bc7e66bb6391" providerId="LiveId" clId="{EE305BC0-B0CE-40AE-B6E5-AF51193813AF}" dt="2025-07-07T18:18:28.070" v="891" actId="1036"/>
          <ac:picMkLst>
            <pc:docMk/>
            <pc:sldMk cId="1563832224" sldId="274"/>
            <ac:picMk id="4" creationId="{2AD96225-0564-6C73-C8B8-31A043538C9B}"/>
          </ac:picMkLst>
        </pc:picChg>
        <pc:picChg chg="add del">
          <ac:chgData name="Sage Babish" userId="4842bc7e66bb6391" providerId="LiveId" clId="{EE305BC0-B0CE-40AE-B6E5-AF51193813AF}" dt="2025-07-07T18:11:10.022" v="845" actId="478"/>
          <ac:picMkLst>
            <pc:docMk/>
            <pc:sldMk cId="1563832224" sldId="274"/>
            <ac:picMk id="2050" creationId="{6979FF41-577D-2A7F-B6F0-3DC0BCAD7881}"/>
          </ac:picMkLst>
        </pc:picChg>
        <pc:picChg chg="add del mod">
          <ac:chgData name="Sage Babish" userId="4842bc7e66bb6391" providerId="LiveId" clId="{EE305BC0-B0CE-40AE-B6E5-AF51193813AF}" dt="2025-07-07T18:17:17.201" v="854" actId="478"/>
          <ac:picMkLst>
            <pc:docMk/>
            <pc:sldMk cId="1563832224" sldId="274"/>
            <ac:picMk id="2052" creationId="{0E21B779-7917-1BBE-6949-8C0F12B11EE5}"/>
          </ac:picMkLst>
        </pc:picChg>
        <pc:picChg chg="del">
          <ac:chgData name="Sage Babish" userId="4842bc7e66bb6391" providerId="LiveId" clId="{EE305BC0-B0CE-40AE-B6E5-AF51193813AF}" dt="2025-07-07T18:11:03.016" v="843" actId="478"/>
          <ac:picMkLst>
            <pc:docMk/>
            <pc:sldMk cId="1563832224" sldId="274"/>
            <ac:picMk id="3074" creationId="{75477C9E-2AD8-BA35-0C90-4D4214E2F44F}"/>
          </ac:picMkLst>
        </pc:picChg>
        <pc:cxnChg chg="mod ord">
          <ac:chgData name="Sage Babish" userId="4842bc7e66bb6391" providerId="LiveId" clId="{EE305BC0-B0CE-40AE-B6E5-AF51193813AF}" dt="2025-07-07T18:18:28.070" v="891" actId="1036"/>
          <ac:cxnSpMkLst>
            <pc:docMk/>
            <pc:sldMk cId="1563832224" sldId="274"/>
            <ac:cxnSpMk id="26" creationId="{409D5CA9-77EC-8DD9-5617-CA985E008B2F}"/>
          </ac:cxnSpMkLst>
        </pc:cxnChg>
        <pc:cxnChg chg="mod ord">
          <ac:chgData name="Sage Babish" userId="4842bc7e66bb6391" providerId="LiveId" clId="{EE305BC0-B0CE-40AE-B6E5-AF51193813AF}" dt="2025-07-07T18:18:28.070" v="891" actId="1036"/>
          <ac:cxnSpMkLst>
            <pc:docMk/>
            <pc:sldMk cId="1563832224" sldId="274"/>
            <ac:cxnSpMk id="27" creationId="{B1423C0F-45F7-B43F-5E87-9CB19E3A03ED}"/>
          </ac:cxnSpMkLst>
        </pc:cxnChg>
      </pc:sldChg>
      <pc:sldChg chg="del">
        <pc:chgData name="Sage Babish" userId="4842bc7e66bb6391" providerId="LiveId" clId="{EE305BC0-B0CE-40AE-B6E5-AF51193813AF}" dt="2025-07-06T23:08:54.444" v="0" actId="47"/>
        <pc:sldMkLst>
          <pc:docMk/>
          <pc:sldMk cId="4032803631" sldId="277"/>
        </pc:sldMkLst>
      </pc:sldChg>
      <pc:sldChg chg="modSp">
        <pc:chgData name="Sage Babish" userId="4842bc7e66bb6391" providerId="LiveId" clId="{EE305BC0-B0CE-40AE-B6E5-AF51193813AF}" dt="2025-07-08T21:50:46.062" v="5035" actId="14826"/>
        <pc:sldMkLst>
          <pc:docMk/>
          <pc:sldMk cId="3221194660" sldId="278"/>
        </pc:sldMkLst>
        <pc:picChg chg="mod">
          <ac:chgData name="Sage Babish" userId="4842bc7e66bb6391" providerId="LiveId" clId="{EE305BC0-B0CE-40AE-B6E5-AF51193813AF}" dt="2025-07-08T21:50:46.062" v="5035" actId="14826"/>
          <ac:picMkLst>
            <pc:docMk/>
            <pc:sldMk cId="3221194660" sldId="278"/>
            <ac:picMk id="6" creationId="{7823A987-EAE0-D05F-7F6D-EA05B1349F68}"/>
          </ac:picMkLst>
        </pc:picChg>
      </pc:sldChg>
      <pc:sldChg chg="modSp">
        <pc:chgData name="Sage Babish" userId="4842bc7e66bb6391" providerId="LiveId" clId="{EE305BC0-B0CE-40AE-B6E5-AF51193813AF}" dt="2025-07-08T21:50:55.301" v="5036" actId="14826"/>
        <pc:sldMkLst>
          <pc:docMk/>
          <pc:sldMk cId="2873699484" sldId="279"/>
        </pc:sldMkLst>
        <pc:picChg chg="mod">
          <ac:chgData name="Sage Babish" userId="4842bc7e66bb6391" providerId="LiveId" clId="{EE305BC0-B0CE-40AE-B6E5-AF51193813AF}" dt="2025-07-08T21:50:55.301" v="5036" actId="14826"/>
          <ac:picMkLst>
            <pc:docMk/>
            <pc:sldMk cId="2873699484" sldId="279"/>
            <ac:picMk id="6" creationId="{8CEAD9C1-12A6-4A30-CDE0-E824D23EB4EE}"/>
          </ac:picMkLst>
        </pc:picChg>
      </pc:sldChg>
      <pc:sldChg chg="modSp">
        <pc:chgData name="Sage Babish" userId="4842bc7e66bb6391" providerId="LiveId" clId="{EE305BC0-B0CE-40AE-B6E5-AF51193813AF}" dt="2025-07-08T21:51:06.677" v="5037" actId="14826"/>
        <pc:sldMkLst>
          <pc:docMk/>
          <pc:sldMk cId="2746878901" sldId="280"/>
        </pc:sldMkLst>
        <pc:picChg chg="mod">
          <ac:chgData name="Sage Babish" userId="4842bc7e66bb6391" providerId="LiveId" clId="{EE305BC0-B0CE-40AE-B6E5-AF51193813AF}" dt="2025-07-08T21:51:06.677" v="5037" actId="14826"/>
          <ac:picMkLst>
            <pc:docMk/>
            <pc:sldMk cId="2746878901" sldId="280"/>
            <ac:picMk id="6" creationId="{4E1BB29C-2FB3-2DE2-BCD9-EEAB3A032422}"/>
          </ac:picMkLst>
        </pc:picChg>
      </pc:sldChg>
      <pc:sldChg chg="modSp mod">
        <pc:chgData name="Sage Babish" userId="4842bc7e66bb6391" providerId="LiveId" clId="{EE305BC0-B0CE-40AE-B6E5-AF51193813AF}" dt="2025-07-08T21:51:20.428" v="5038" actId="14826"/>
        <pc:sldMkLst>
          <pc:docMk/>
          <pc:sldMk cId="4050861954" sldId="281"/>
        </pc:sldMkLst>
        <pc:spChg chg="mod">
          <ac:chgData name="Sage Babish" userId="4842bc7e66bb6391" providerId="LiveId" clId="{EE305BC0-B0CE-40AE-B6E5-AF51193813AF}" dt="2025-07-07T17:44:02.022" v="101" actId="20577"/>
          <ac:spMkLst>
            <pc:docMk/>
            <pc:sldMk cId="4050861954" sldId="281"/>
            <ac:spMk id="2" creationId="{9F009D4F-C61B-D241-89BE-915C3A28335E}"/>
          </ac:spMkLst>
        </pc:spChg>
        <pc:picChg chg="mod">
          <ac:chgData name="Sage Babish" userId="4842bc7e66bb6391" providerId="LiveId" clId="{EE305BC0-B0CE-40AE-B6E5-AF51193813AF}" dt="2025-07-08T21:51:20.428" v="5038" actId="14826"/>
          <ac:picMkLst>
            <pc:docMk/>
            <pc:sldMk cId="4050861954" sldId="281"/>
            <ac:picMk id="6" creationId="{E72BB3F4-DC37-5242-4EE9-16CC5571CEB9}"/>
          </ac:picMkLst>
        </pc:picChg>
      </pc:sldChg>
      <pc:sldChg chg="modSp">
        <pc:chgData name="Sage Babish" userId="4842bc7e66bb6391" providerId="LiveId" clId="{EE305BC0-B0CE-40AE-B6E5-AF51193813AF}" dt="2025-07-07T20:40:02.747" v="2363" actId="207"/>
        <pc:sldMkLst>
          <pc:docMk/>
          <pc:sldMk cId="3598870646" sldId="282"/>
        </pc:sldMkLst>
        <pc:spChg chg="mod">
          <ac:chgData name="Sage Babish" userId="4842bc7e66bb6391" providerId="LiveId" clId="{EE305BC0-B0CE-40AE-B6E5-AF51193813AF}" dt="2025-07-07T20:40:02.747" v="2363" actId="207"/>
          <ac:spMkLst>
            <pc:docMk/>
            <pc:sldMk cId="3598870646" sldId="282"/>
            <ac:spMk id="7" creationId="{A82DF0C7-3CCB-33F7-4294-CB0EBE67A853}"/>
          </ac:spMkLst>
        </pc:spChg>
      </pc:sldChg>
      <pc:sldChg chg="modSp">
        <pc:chgData name="Sage Babish" userId="4842bc7e66bb6391" providerId="LiveId" clId="{EE305BC0-B0CE-40AE-B6E5-AF51193813AF}" dt="2025-07-07T20:23:25.603" v="2082" actId="20577"/>
        <pc:sldMkLst>
          <pc:docMk/>
          <pc:sldMk cId="3915864760" sldId="283"/>
        </pc:sldMkLst>
        <pc:spChg chg="mod">
          <ac:chgData name="Sage Babish" userId="4842bc7e66bb6391" providerId="LiveId" clId="{EE305BC0-B0CE-40AE-B6E5-AF51193813AF}" dt="2025-07-07T20:23:25.603" v="2082" actId="20577"/>
          <ac:spMkLst>
            <pc:docMk/>
            <pc:sldMk cId="3915864760" sldId="283"/>
            <ac:spMk id="7" creationId="{1027B856-4A98-288A-7EBF-A9927CC3B160}"/>
          </ac:spMkLst>
        </pc:spChg>
      </pc:sldChg>
      <pc:sldChg chg="modSp mod">
        <pc:chgData name="Sage Babish" userId="4842bc7e66bb6391" providerId="LiveId" clId="{EE305BC0-B0CE-40AE-B6E5-AF51193813AF}" dt="2025-07-07T17:45:53.223" v="192" actId="20577"/>
        <pc:sldMkLst>
          <pc:docMk/>
          <pc:sldMk cId="3943001214" sldId="284"/>
        </pc:sldMkLst>
        <pc:spChg chg="mod">
          <ac:chgData name="Sage Babish" userId="4842bc7e66bb6391" providerId="LiveId" clId="{EE305BC0-B0CE-40AE-B6E5-AF51193813AF}" dt="2025-07-07T17:45:53.223" v="192" actId="20577"/>
          <ac:spMkLst>
            <pc:docMk/>
            <pc:sldMk cId="3943001214" sldId="284"/>
            <ac:spMk id="8" creationId="{1204AD14-36FD-80DD-E625-42E76AE897E0}"/>
          </ac:spMkLst>
        </pc:spChg>
      </pc:sldChg>
      <pc:sldChg chg="addSp modSp mod modAnim">
        <pc:chgData name="Sage Babish" userId="4842bc7e66bb6391" providerId="LiveId" clId="{EE305BC0-B0CE-40AE-B6E5-AF51193813AF}" dt="2025-07-07T23:35:42.191" v="3913"/>
        <pc:sldMkLst>
          <pc:docMk/>
          <pc:sldMk cId="1801635282" sldId="285"/>
        </pc:sldMkLst>
        <pc:spChg chg="add mod">
          <ac:chgData name="Sage Babish" userId="4842bc7e66bb6391" providerId="LiveId" clId="{EE305BC0-B0CE-40AE-B6E5-AF51193813AF}" dt="2025-07-07T23:35:36.729" v="3912" actId="1076"/>
          <ac:spMkLst>
            <pc:docMk/>
            <pc:sldMk cId="1801635282" sldId="285"/>
            <ac:spMk id="2" creationId="{72BFACF1-572C-7BD3-A92A-B46BE1E720F9}"/>
          </ac:spMkLst>
        </pc:spChg>
        <pc:spChg chg="mod">
          <ac:chgData name="Sage Babish" userId="4842bc7e66bb6391" providerId="LiveId" clId="{EE305BC0-B0CE-40AE-B6E5-AF51193813AF}" dt="2025-07-07T17:44:46.962" v="172" actId="1036"/>
          <ac:spMkLst>
            <pc:docMk/>
            <pc:sldMk cId="1801635282" sldId="285"/>
            <ac:spMk id="6" creationId="{B3A97280-0749-D0E4-4148-27456A51E476}"/>
          </ac:spMkLst>
        </pc:spChg>
        <pc:spChg chg="mod">
          <ac:chgData name="Sage Babish" userId="4842bc7e66bb6391" providerId="LiveId" clId="{EE305BC0-B0CE-40AE-B6E5-AF51193813AF}" dt="2025-07-07T17:44:46.962" v="172" actId="1036"/>
          <ac:spMkLst>
            <pc:docMk/>
            <pc:sldMk cId="1801635282" sldId="285"/>
            <ac:spMk id="7" creationId="{99200D03-AD63-5C23-434C-0BC783AAE415}"/>
          </ac:spMkLst>
        </pc:spChg>
        <pc:spChg chg="mod">
          <ac:chgData name="Sage Babish" userId="4842bc7e66bb6391" providerId="LiveId" clId="{EE305BC0-B0CE-40AE-B6E5-AF51193813AF}" dt="2025-07-07T17:44:46.962" v="172" actId="1036"/>
          <ac:spMkLst>
            <pc:docMk/>
            <pc:sldMk cId="1801635282" sldId="285"/>
            <ac:spMk id="8" creationId="{43F6F50F-21BA-69E6-5441-46DF330CAD66}"/>
          </ac:spMkLst>
        </pc:spChg>
        <pc:spChg chg="mod">
          <ac:chgData name="Sage Babish" userId="4842bc7e66bb6391" providerId="LiveId" clId="{EE305BC0-B0CE-40AE-B6E5-AF51193813AF}" dt="2025-07-07T17:44:46.962" v="172" actId="1036"/>
          <ac:spMkLst>
            <pc:docMk/>
            <pc:sldMk cId="1801635282" sldId="285"/>
            <ac:spMk id="10" creationId="{83BBD094-0338-7C8C-2C44-5D9A3E4FE43E}"/>
          </ac:spMkLst>
        </pc:spChg>
        <pc:spChg chg="mod">
          <ac:chgData name="Sage Babish" userId="4842bc7e66bb6391" providerId="LiveId" clId="{EE305BC0-B0CE-40AE-B6E5-AF51193813AF}" dt="2025-07-07T17:44:46.962" v="172" actId="1036"/>
          <ac:spMkLst>
            <pc:docMk/>
            <pc:sldMk cId="1801635282" sldId="285"/>
            <ac:spMk id="11" creationId="{5F28A9D3-84A8-0032-5DA6-2B7DCBC4028C}"/>
          </ac:spMkLst>
        </pc:spChg>
        <pc:spChg chg="mod">
          <ac:chgData name="Sage Babish" userId="4842bc7e66bb6391" providerId="LiveId" clId="{EE305BC0-B0CE-40AE-B6E5-AF51193813AF}" dt="2025-07-07T17:44:46.962" v="172" actId="1036"/>
          <ac:spMkLst>
            <pc:docMk/>
            <pc:sldMk cId="1801635282" sldId="285"/>
            <ac:spMk id="12" creationId="{DC9F7FF5-2D79-C313-40E2-769A7268C699}"/>
          </ac:spMkLst>
        </pc:spChg>
        <pc:spChg chg="mod">
          <ac:chgData name="Sage Babish" userId="4842bc7e66bb6391" providerId="LiveId" clId="{EE305BC0-B0CE-40AE-B6E5-AF51193813AF}" dt="2025-07-07T17:44:46.962" v="172" actId="1036"/>
          <ac:spMkLst>
            <pc:docMk/>
            <pc:sldMk cId="1801635282" sldId="285"/>
            <ac:spMk id="13" creationId="{0B7A41B4-4E33-8B4A-EDDF-69B15D95CCED}"/>
          </ac:spMkLst>
        </pc:spChg>
        <pc:spChg chg="mod">
          <ac:chgData name="Sage Babish" userId="4842bc7e66bb6391" providerId="LiveId" clId="{EE305BC0-B0CE-40AE-B6E5-AF51193813AF}" dt="2025-07-07T18:24:06.128" v="1021" actId="14100"/>
          <ac:spMkLst>
            <pc:docMk/>
            <pc:sldMk cId="1801635282" sldId="285"/>
            <ac:spMk id="14" creationId="{829EC25B-9BF9-CD8E-3F26-FBF4B2D858B1}"/>
          </ac:spMkLst>
        </pc:spChg>
        <pc:picChg chg="mod">
          <ac:chgData name="Sage Babish" userId="4842bc7e66bb6391" providerId="LiveId" clId="{EE305BC0-B0CE-40AE-B6E5-AF51193813AF}" dt="2025-07-07T17:44:46.962" v="172" actId="1036"/>
          <ac:picMkLst>
            <pc:docMk/>
            <pc:sldMk cId="1801635282" sldId="285"/>
            <ac:picMk id="5" creationId="{74E0850A-A38C-F462-2CD5-47E615D47744}"/>
          </ac:picMkLst>
        </pc:picChg>
      </pc:sldChg>
      <pc:sldChg chg="modSp del mod modShow">
        <pc:chgData name="Sage Babish" userId="4842bc7e66bb6391" providerId="LiveId" clId="{EE305BC0-B0CE-40AE-B6E5-AF51193813AF}" dt="2025-07-07T23:27:47.817" v="3347" actId="47"/>
        <pc:sldMkLst>
          <pc:docMk/>
          <pc:sldMk cId="253808427" sldId="286"/>
        </pc:sldMkLst>
        <pc:spChg chg="mod">
          <ac:chgData name="Sage Babish" userId="4842bc7e66bb6391" providerId="LiveId" clId="{EE305BC0-B0CE-40AE-B6E5-AF51193813AF}" dt="2025-07-07T18:25:08.537" v="1045" actId="1076"/>
          <ac:spMkLst>
            <pc:docMk/>
            <pc:sldMk cId="253808427" sldId="286"/>
            <ac:spMk id="4" creationId="{F5F4AE69-DB00-2197-A831-64E56BE8EE78}"/>
          </ac:spMkLst>
        </pc:spChg>
        <pc:spChg chg="mod">
          <ac:chgData name="Sage Babish" userId="4842bc7e66bb6391" providerId="LiveId" clId="{EE305BC0-B0CE-40AE-B6E5-AF51193813AF}" dt="2025-07-07T18:25:10.899" v="1046" actId="1076"/>
          <ac:spMkLst>
            <pc:docMk/>
            <pc:sldMk cId="253808427" sldId="286"/>
            <ac:spMk id="7" creationId="{26DDA8CC-72AD-2199-EDD8-F46C6CA506E5}"/>
          </ac:spMkLst>
        </pc:spChg>
      </pc:sldChg>
      <pc:sldChg chg="delSp new del mod">
        <pc:chgData name="Sage Babish" userId="4842bc7e66bb6391" providerId="LiveId" clId="{EE305BC0-B0CE-40AE-B6E5-AF51193813AF}" dt="2025-07-07T17:40:14.536" v="21" actId="47"/>
        <pc:sldMkLst>
          <pc:docMk/>
          <pc:sldMk cId="2857298240" sldId="287"/>
        </pc:sldMkLst>
        <pc:spChg chg="del">
          <ac:chgData name="Sage Babish" userId="4842bc7e66bb6391" providerId="LiveId" clId="{EE305BC0-B0CE-40AE-B6E5-AF51193813AF}" dt="2025-07-07T17:39:11.943" v="7" actId="478"/>
          <ac:spMkLst>
            <pc:docMk/>
            <pc:sldMk cId="2857298240" sldId="287"/>
            <ac:spMk id="2" creationId="{55E47E4A-CE7C-928B-A3B7-542C7F905D62}"/>
          </ac:spMkLst>
        </pc:spChg>
        <pc:spChg chg="del">
          <ac:chgData name="Sage Babish" userId="4842bc7e66bb6391" providerId="LiveId" clId="{EE305BC0-B0CE-40AE-B6E5-AF51193813AF}" dt="2025-07-07T17:39:10.620" v="6" actId="478"/>
          <ac:spMkLst>
            <pc:docMk/>
            <pc:sldMk cId="2857298240" sldId="287"/>
            <ac:spMk id="3" creationId="{E59E54C0-6D00-C529-D26A-359340029900}"/>
          </ac:spMkLst>
        </pc:spChg>
      </pc:sldChg>
      <pc:sldChg chg="new del">
        <pc:chgData name="Sage Babish" userId="4842bc7e66bb6391" providerId="LiveId" clId="{EE305BC0-B0CE-40AE-B6E5-AF51193813AF}" dt="2025-07-07T17:40:15.243" v="22" actId="47"/>
        <pc:sldMkLst>
          <pc:docMk/>
          <pc:sldMk cId="591391147" sldId="288"/>
        </pc:sldMkLst>
      </pc:sldChg>
      <pc:sldChg chg="addSp delSp modSp new mod ord modAnim">
        <pc:chgData name="Sage Babish" userId="4842bc7e66bb6391" providerId="LiveId" clId="{EE305BC0-B0CE-40AE-B6E5-AF51193813AF}" dt="2025-07-07T20:39:41.957" v="2362"/>
        <pc:sldMkLst>
          <pc:docMk/>
          <pc:sldMk cId="747793162" sldId="289"/>
        </pc:sldMkLst>
        <pc:spChg chg="del">
          <ac:chgData name="Sage Babish" userId="4842bc7e66bb6391" providerId="LiveId" clId="{EE305BC0-B0CE-40AE-B6E5-AF51193813AF}" dt="2025-07-07T17:46:17.241" v="194" actId="478"/>
          <ac:spMkLst>
            <pc:docMk/>
            <pc:sldMk cId="747793162" sldId="289"/>
            <ac:spMk id="2" creationId="{A7506AD2-514A-F5B4-7AD7-C60EC1308288}"/>
          </ac:spMkLst>
        </pc:spChg>
        <pc:spChg chg="del">
          <ac:chgData name="Sage Babish" userId="4842bc7e66bb6391" providerId="LiveId" clId="{EE305BC0-B0CE-40AE-B6E5-AF51193813AF}" dt="2025-07-07T17:46:16.438" v="193" actId="478"/>
          <ac:spMkLst>
            <pc:docMk/>
            <pc:sldMk cId="747793162" sldId="289"/>
            <ac:spMk id="3" creationId="{E16234FB-164D-DDB4-234B-25E47255FA3D}"/>
          </ac:spMkLst>
        </pc:spChg>
        <pc:spChg chg="add mod">
          <ac:chgData name="Sage Babish" userId="4842bc7e66bb6391" providerId="LiveId" clId="{EE305BC0-B0CE-40AE-B6E5-AF51193813AF}" dt="2025-07-07T17:47:28.900" v="213" actId="14100"/>
          <ac:spMkLst>
            <pc:docMk/>
            <pc:sldMk cId="747793162" sldId="289"/>
            <ac:spMk id="10" creationId="{3D78C498-4694-E6AB-6131-A9291AE98C6C}"/>
          </ac:spMkLst>
        </pc:spChg>
        <pc:spChg chg="add mod">
          <ac:chgData name="Sage Babish" userId="4842bc7e66bb6391" providerId="LiveId" clId="{EE305BC0-B0CE-40AE-B6E5-AF51193813AF}" dt="2025-07-07T17:47:34.125" v="216" actId="14100"/>
          <ac:spMkLst>
            <pc:docMk/>
            <pc:sldMk cId="747793162" sldId="289"/>
            <ac:spMk id="11" creationId="{FBE20733-7309-2839-C76F-2F688FCFB908}"/>
          </ac:spMkLst>
        </pc:spChg>
        <pc:picChg chg="add del mod">
          <ac:chgData name="Sage Babish" userId="4842bc7e66bb6391" providerId="LiveId" clId="{EE305BC0-B0CE-40AE-B6E5-AF51193813AF}" dt="2025-07-07T17:47:12.703" v="206" actId="478"/>
          <ac:picMkLst>
            <pc:docMk/>
            <pc:sldMk cId="747793162" sldId="289"/>
            <ac:picMk id="5" creationId="{9204667F-C220-0A9A-63C4-6F180533B2E3}"/>
          </ac:picMkLst>
        </pc:picChg>
        <pc:picChg chg="add del mod">
          <ac:chgData name="Sage Babish" userId="4842bc7e66bb6391" providerId="LiveId" clId="{EE305BC0-B0CE-40AE-B6E5-AF51193813AF}" dt="2025-07-07T17:47:13.481" v="207" actId="478"/>
          <ac:picMkLst>
            <pc:docMk/>
            <pc:sldMk cId="747793162" sldId="289"/>
            <ac:picMk id="7" creationId="{886E11EC-686B-406A-65CC-ABE2E64CD4E0}"/>
          </ac:picMkLst>
        </pc:picChg>
        <pc:picChg chg="add mod">
          <ac:chgData name="Sage Babish" userId="4842bc7e66bb6391" providerId="LiveId" clId="{EE305BC0-B0CE-40AE-B6E5-AF51193813AF}" dt="2025-07-07T17:47:20.786" v="210" actId="1076"/>
          <ac:picMkLst>
            <pc:docMk/>
            <pc:sldMk cId="747793162" sldId="289"/>
            <ac:picMk id="9" creationId="{C09FD5E6-B6D7-62F9-BFE2-24C56FCC3F58}"/>
          </ac:picMkLst>
        </pc:picChg>
      </pc:sldChg>
      <pc:sldChg chg="new del">
        <pc:chgData name="Sage Babish" userId="4842bc7e66bb6391" providerId="LiveId" clId="{EE305BC0-B0CE-40AE-B6E5-AF51193813AF}" dt="2025-07-07T17:40:52.346" v="29" actId="47"/>
        <pc:sldMkLst>
          <pc:docMk/>
          <pc:sldMk cId="1241874292" sldId="290"/>
        </pc:sldMkLst>
      </pc:sldChg>
      <pc:sldChg chg="addSp modSp add mod ord modAnim">
        <pc:chgData name="Sage Babish" userId="4842bc7e66bb6391" providerId="LiveId" clId="{EE305BC0-B0CE-40AE-B6E5-AF51193813AF}" dt="2025-07-08T21:52:58.287" v="5053" actId="1076"/>
        <pc:sldMkLst>
          <pc:docMk/>
          <pc:sldMk cId="1111645594" sldId="291"/>
        </pc:sldMkLst>
        <pc:spChg chg="add mod">
          <ac:chgData name="Sage Babish" userId="4842bc7e66bb6391" providerId="LiveId" clId="{EE305BC0-B0CE-40AE-B6E5-AF51193813AF}" dt="2025-07-08T21:52:53.557" v="5051" actId="1076"/>
          <ac:spMkLst>
            <pc:docMk/>
            <pc:sldMk cId="1111645594" sldId="291"/>
            <ac:spMk id="2" creationId="{EA21C637-D4B8-565D-B256-4F59BEF657E9}"/>
          </ac:spMkLst>
        </pc:spChg>
        <pc:spChg chg="add mod">
          <ac:chgData name="Sage Babish" userId="4842bc7e66bb6391" providerId="LiveId" clId="{EE305BC0-B0CE-40AE-B6E5-AF51193813AF}" dt="2025-07-08T21:52:58.287" v="5053" actId="1076"/>
          <ac:spMkLst>
            <pc:docMk/>
            <pc:sldMk cId="1111645594" sldId="291"/>
            <ac:spMk id="3" creationId="{839DEFB9-DF9A-58BB-AA2B-DB16F9BED80F}"/>
          </ac:spMkLst>
        </pc:spChg>
        <pc:picChg chg="mod">
          <ac:chgData name="Sage Babish" userId="4842bc7e66bb6391" providerId="LiveId" clId="{EE305BC0-B0CE-40AE-B6E5-AF51193813AF}" dt="2025-07-08T21:52:36.716" v="5049" actId="1076"/>
          <ac:picMkLst>
            <pc:docMk/>
            <pc:sldMk cId="1111645594" sldId="291"/>
            <ac:picMk id="6" creationId="{7FF34DC5-36B0-9F5C-5DE1-EACC7DF1B9A2}"/>
          </ac:picMkLst>
        </pc:picChg>
      </pc:sldChg>
      <pc:sldChg chg="delSp modSp add mod delAnim">
        <pc:chgData name="Sage Babish" userId="4842bc7e66bb6391" providerId="LiveId" clId="{EE305BC0-B0CE-40AE-B6E5-AF51193813AF}" dt="2025-07-08T21:51:54.394" v="5045" actId="14826"/>
        <pc:sldMkLst>
          <pc:docMk/>
          <pc:sldMk cId="45314088" sldId="292"/>
        </pc:sldMkLst>
        <pc:spChg chg="del">
          <ac:chgData name="Sage Babish" userId="4842bc7e66bb6391" providerId="LiveId" clId="{EE305BC0-B0CE-40AE-B6E5-AF51193813AF}" dt="2025-07-07T17:40:20.895" v="25" actId="478"/>
          <ac:spMkLst>
            <pc:docMk/>
            <pc:sldMk cId="45314088" sldId="292"/>
            <ac:spMk id="2" creationId="{C2F2FB8D-B2C2-FE7D-7123-9ACBBF5D2E68}"/>
          </ac:spMkLst>
        </pc:spChg>
        <pc:spChg chg="del">
          <ac:chgData name="Sage Babish" userId="4842bc7e66bb6391" providerId="LiveId" clId="{EE305BC0-B0CE-40AE-B6E5-AF51193813AF}" dt="2025-07-07T17:40:20.173" v="24" actId="478"/>
          <ac:spMkLst>
            <pc:docMk/>
            <pc:sldMk cId="45314088" sldId="292"/>
            <ac:spMk id="3" creationId="{1352FE66-EAAA-4DC1-8C6D-0D4E7319235E}"/>
          </ac:spMkLst>
        </pc:spChg>
        <pc:picChg chg="mod">
          <ac:chgData name="Sage Babish" userId="4842bc7e66bb6391" providerId="LiveId" clId="{EE305BC0-B0CE-40AE-B6E5-AF51193813AF}" dt="2025-07-08T21:51:54.394" v="5045" actId="14826"/>
          <ac:picMkLst>
            <pc:docMk/>
            <pc:sldMk cId="45314088" sldId="292"/>
            <ac:picMk id="6" creationId="{F00BF027-8DBE-D2EA-88C4-8D6CF1F052AA}"/>
          </ac:picMkLst>
        </pc:picChg>
      </pc:sldChg>
      <pc:sldChg chg="modSp add">
        <pc:chgData name="Sage Babish" userId="4842bc7e66bb6391" providerId="LiveId" clId="{EE305BC0-B0CE-40AE-B6E5-AF51193813AF}" dt="2025-07-08T21:52:04.093" v="5046" actId="14826"/>
        <pc:sldMkLst>
          <pc:docMk/>
          <pc:sldMk cId="254040040" sldId="293"/>
        </pc:sldMkLst>
        <pc:picChg chg="mod">
          <ac:chgData name="Sage Babish" userId="4842bc7e66bb6391" providerId="LiveId" clId="{EE305BC0-B0CE-40AE-B6E5-AF51193813AF}" dt="2025-07-08T21:52:04.093" v="5046" actId="14826"/>
          <ac:picMkLst>
            <pc:docMk/>
            <pc:sldMk cId="254040040" sldId="293"/>
            <ac:picMk id="6" creationId="{BC09E44D-A949-840E-92D3-FAA0D99EDD6D}"/>
          </ac:picMkLst>
        </pc:picChg>
      </pc:sldChg>
      <pc:sldChg chg="addSp modSp add mod">
        <pc:chgData name="Sage Babish" userId="4842bc7e66bb6391" providerId="LiveId" clId="{EE305BC0-B0CE-40AE-B6E5-AF51193813AF}" dt="2025-07-08T21:53:10.575" v="5054" actId="14826"/>
        <pc:sldMkLst>
          <pc:docMk/>
          <pc:sldMk cId="3834591326" sldId="294"/>
        </pc:sldMkLst>
        <pc:spChg chg="add mod">
          <ac:chgData name="Sage Babish" userId="4842bc7e66bb6391" providerId="LiveId" clId="{EE305BC0-B0CE-40AE-B6E5-AF51193813AF}" dt="2025-07-07T17:44:20.141" v="153" actId="1076"/>
          <ac:spMkLst>
            <pc:docMk/>
            <pc:sldMk cId="3834591326" sldId="294"/>
            <ac:spMk id="2" creationId="{E4D9CC86-43D7-170F-B830-81D7EEB880E8}"/>
          </ac:spMkLst>
        </pc:spChg>
        <pc:picChg chg="mod">
          <ac:chgData name="Sage Babish" userId="4842bc7e66bb6391" providerId="LiveId" clId="{EE305BC0-B0CE-40AE-B6E5-AF51193813AF}" dt="2025-07-08T21:53:10.575" v="5054" actId="14826"/>
          <ac:picMkLst>
            <pc:docMk/>
            <pc:sldMk cId="3834591326" sldId="294"/>
            <ac:picMk id="6" creationId="{EC1BF2F6-1044-6D16-CA4F-9CD8BEB8FAE5}"/>
          </ac:picMkLst>
        </pc:picChg>
      </pc:sldChg>
      <pc:sldChg chg="addSp delSp modSp add mod ord delAnim modAnim">
        <pc:chgData name="Sage Babish" userId="4842bc7e66bb6391" providerId="LiveId" clId="{EE305BC0-B0CE-40AE-B6E5-AF51193813AF}" dt="2025-07-07T20:39:41.957" v="2362"/>
        <pc:sldMkLst>
          <pc:docMk/>
          <pc:sldMk cId="4271655887" sldId="295"/>
        </pc:sldMkLst>
        <pc:spChg chg="del">
          <ac:chgData name="Sage Babish" userId="4842bc7e66bb6391" providerId="LiveId" clId="{EE305BC0-B0CE-40AE-B6E5-AF51193813AF}" dt="2025-07-07T17:47:45.371" v="220" actId="478"/>
          <ac:spMkLst>
            <pc:docMk/>
            <pc:sldMk cId="4271655887" sldId="295"/>
            <ac:spMk id="10" creationId="{B186669A-CBC5-FA1B-BDE6-431041E69C2C}"/>
          </ac:spMkLst>
        </pc:spChg>
        <pc:spChg chg="del">
          <ac:chgData name="Sage Babish" userId="4842bc7e66bb6391" providerId="LiveId" clId="{EE305BC0-B0CE-40AE-B6E5-AF51193813AF}" dt="2025-07-07T17:47:44.623" v="219" actId="478"/>
          <ac:spMkLst>
            <pc:docMk/>
            <pc:sldMk cId="4271655887" sldId="295"/>
            <ac:spMk id="11" creationId="{BC2E9062-A767-EC53-B05B-891F01BADB0B}"/>
          </ac:spMkLst>
        </pc:spChg>
        <pc:picChg chg="add mod">
          <ac:chgData name="Sage Babish" userId="4842bc7e66bb6391" providerId="LiveId" clId="{EE305BC0-B0CE-40AE-B6E5-AF51193813AF}" dt="2025-07-07T17:48:39.706" v="256" actId="554"/>
          <ac:picMkLst>
            <pc:docMk/>
            <pc:sldMk cId="4271655887" sldId="295"/>
            <ac:picMk id="3" creationId="{9003F998-702C-7785-533A-A4D6EE7BF4D5}"/>
          </ac:picMkLst>
        </pc:picChg>
        <pc:picChg chg="add mod">
          <ac:chgData name="Sage Babish" userId="4842bc7e66bb6391" providerId="LiveId" clId="{EE305BC0-B0CE-40AE-B6E5-AF51193813AF}" dt="2025-07-07T17:48:51.318" v="258" actId="1076"/>
          <ac:picMkLst>
            <pc:docMk/>
            <pc:sldMk cId="4271655887" sldId="295"/>
            <ac:picMk id="5" creationId="{6592846F-FC1E-6798-BB27-B127C9116E39}"/>
          </ac:picMkLst>
        </pc:picChg>
        <pc:picChg chg="mod">
          <ac:chgData name="Sage Babish" userId="4842bc7e66bb6391" providerId="LiveId" clId="{EE305BC0-B0CE-40AE-B6E5-AF51193813AF}" dt="2025-07-07T17:48:39.706" v="256" actId="554"/>
          <ac:picMkLst>
            <pc:docMk/>
            <pc:sldMk cId="4271655887" sldId="295"/>
            <ac:picMk id="9" creationId="{4F3D254A-B84D-2F82-CC78-3F3B679E9FA4}"/>
          </ac:picMkLst>
        </pc:picChg>
      </pc:sldChg>
      <pc:sldChg chg="addSp delSp modSp add del mod delAnim modAnim modNotesTx">
        <pc:chgData name="Sage Babish" userId="4842bc7e66bb6391" providerId="LiveId" clId="{EE305BC0-B0CE-40AE-B6E5-AF51193813AF}" dt="2025-07-07T23:22:52.902" v="3345" actId="47"/>
        <pc:sldMkLst>
          <pc:docMk/>
          <pc:sldMk cId="2285506107" sldId="296"/>
        </pc:sldMkLst>
        <pc:spChg chg="add mod">
          <ac:chgData name="Sage Babish" userId="4842bc7e66bb6391" providerId="LiveId" clId="{EE305BC0-B0CE-40AE-B6E5-AF51193813AF}" dt="2025-07-07T19:38:17.105" v="1861" actId="1076"/>
          <ac:spMkLst>
            <pc:docMk/>
            <pc:sldMk cId="2285506107" sldId="296"/>
            <ac:spMk id="4" creationId="{1F116D9F-07F9-1901-DA0C-A8C6FFBF8745}"/>
          </ac:spMkLst>
        </pc:spChg>
        <pc:spChg chg="add del mod">
          <ac:chgData name="Sage Babish" userId="4842bc7e66bb6391" providerId="LiveId" clId="{EE305BC0-B0CE-40AE-B6E5-AF51193813AF}" dt="2025-07-07T23:22:20.756" v="3341" actId="21"/>
          <ac:spMkLst>
            <pc:docMk/>
            <pc:sldMk cId="2285506107" sldId="296"/>
            <ac:spMk id="7" creationId="{D903DD27-B638-4F2F-3DDF-EF1AE6778BED}"/>
          </ac:spMkLst>
        </pc:spChg>
        <pc:spChg chg="add del mod">
          <ac:chgData name="Sage Babish" userId="4842bc7e66bb6391" providerId="LiveId" clId="{EE305BC0-B0CE-40AE-B6E5-AF51193813AF}" dt="2025-07-07T19:38:57.215" v="1869" actId="478"/>
          <ac:spMkLst>
            <pc:docMk/>
            <pc:sldMk cId="2285506107" sldId="296"/>
            <ac:spMk id="8" creationId="{1A3F7364-C1E4-EEC8-9D7D-3C0E7E499A04}"/>
          </ac:spMkLst>
        </pc:spChg>
        <pc:spChg chg="del">
          <ac:chgData name="Sage Babish" userId="4842bc7e66bb6391" providerId="LiveId" clId="{EE305BC0-B0CE-40AE-B6E5-AF51193813AF}" dt="2025-07-07T19:35:19.450" v="1831" actId="478"/>
          <ac:spMkLst>
            <pc:docMk/>
            <pc:sldMk cId="2285506107" sldId="296"/>
            <ac:spMk id="9" creationId="{491F71DE-33DD-83E6-FE21-2371E568C05F}"/>
          </ac:spMkLst>
        </pc:spChg>
        <pc:spChg chg="del">
          <ac:chgData name="Sage Babish" userId="4842bc7e66bb6391" providerId="LiveId" clId="{EE305BC0-B0CE-40AE-B6E5-AF51193813AF}" dt="2025-07-07T19:35:21.479" v="1832" actId="478"/>
          <ac:spMkLst>
            <pc:docMk/>
            <pc:sldMk cId="2285506107" sldId="296"/>
            <ac:spMk id="10" creationId="{9488084A-5AB7-3828-2E28-63B0BAAE4DCF}"/>
          </ac:spMkLst>
        </pc:spChg>
        <pc:spChg chg="del">
          <ac:chgData name="Sage Babish" userId="4842bc7e66bb6391" providerId="LiveId" clId="{EE305BC0-B0CE-40AE-B6E5-AF51193813AF}" dt="2025-07-07T19:35:19.450" v="1831" actId="478"/>
          <ac:spMkLst>
            <pc:docMk/>
            <pc:sldMk cId="2285506107" sldId="296"/>
            <ac:spMk id="11" creationId="{285991F7-9DFB-83C2-1194-9FB3DD246F74}"/>
          </ac:spMkLst>
        </pc:spChg>
        <pc:spChg chg="add mod">
          <ac:chgData name="Sage Babish" userId="4842bc7e66bb6391" providerId="LiveId" clId="{EE305BC0-B0CE-40AE-B6E5-AF51193813AF}" dt="2025-07-07T19:40:16.852" v="1922" actId="5793"/>
          <ac:spMkLst>
            <pc:docMk/>
            <pc:sldMk cId="2285506107" sldId="296"/>
            <ac:spMk id="12" creationId="{D418150B-CDFA-4747-684F-38FE3A769F68}"/>
          </ac:spMkLst>
        </pc:spChg>
        <pc:grpChg chg="del">
          <ac:chgData name="Sage Babish" userId="4842bc7e66bb6391" providerId="LiveId" clId="{EE305BC0-B0CE-40AE-B6E5-AF51193813AF}" dt="2025-07-07T19:35:19.450" v="1831" actId="478"/>
          <ac:grpSpMkLst>
            <pc:docMk/>
            <pc:sldMk cId="2285506107" sldId="296"/>
            <ac:grpSpMk id="6" creationId="{EF99ACD9-3841-6834-10CB-DD394022AD2F}"/>
          </ac:grpSpMkLst>
        </pc:grpChg>
        <pc:picChg chg="add mod">
          <ac:chgData name="Sage Babish" userId="4842bc7e66bb6391" providerId="LiveId" clId="{EE305BC0-B0CE-40AE-B6E5-AF51193813AF}" dt="2025-07-07T19:38:14.525" v="1860" actId="1076"/>
          <ac:picMkLst>
            <pc:docMk/>
            <pc:sldMk cId="2285506107" sldId="296"/>
            <ac:picMk id="4098" creationId="{6AE13AF0-5BBF-E70E-922E-0758967EE902}"/>
          </ac:picMkLst>
        </pc:picChg>
        <pc:picChg chg="add mod">
          <ac:chgData name="Sage Babish" userId="4842bc7e66bb6391" providerId="LiveId" clId="{EE305BC0-B0CE-40AE-B6E5-AF51193813AF}" dt="2025-07-07T19:39:56.798" v="1875" actId="1076"/>
          <ac:picMkLst>
            <pc:docMk/>
            <pc:sldMk cId="2285506107" sldId="296"/>
            <ac:picMk id="4100" creationId="{ED53772A-FDA9-C8D0-9C0A-1DE13B8F4844}"/>
          </ac:picMkLst>
        </pc:picChg>
        <pc:cxnChg chg="del">
          <ac:chgData name="Sage Babish" userId="4842bc7e66bb6391" providerId="LiveId" clId="{EE305BC0-B0CE-40AE-B6E5-AF51193813AF}" dt="2025-07-07T19:35:19.450" v="1831" actId="478"/>
          <ac:cxnSpMkLst>
            <pc:docMk/>
            <pc:sldMk cId="2285506107" sldId="296"/>
            <ac:cxnSpMk id="13" creationId="{960FCDDE-D108-FEAD-3995-DC458332B3A8}"/>
          </ac:cxnSpMkLst>
        </pc:cxnChg>
        <pc:cxnChg chg="del">
          <ac:chgData name="Sage Babish" userId="4842bc7e66bb6391" providerId="LiveId" clId="{EE305BC0-B0CE-40AE-B6E5-AF51193813AF}" dt="2025-07-07T19:35:19.450" v="1831" actId="478"/>
          <ac:cxnSpMkLst>
            <pc:docMk/>
            <pc:sldMk cId="2285506107" sldId="296"/>
            <ac:cxnSpMk id="14" creationId="{0D15495C-4C6D-B92C-E645-47F43C350B7C}"/>
          </ac:cxnSpMkLst>
        </pc:cxnChg>
        <pc:cxnChg chg="del">
          <ac:chgData name="Sage Babish" userId="4842bc7e66bb6391" providerId="LiveId" clId="{EE305BC0-B0CE-40AE-B6E5-AF51193813AF}" dt="2025-07-07T19:35:19.450" v="1831" actId="478"/>
          <ac:cxnSpMkLst>
            <pc:docMk/>
            <pc:sldMk cId="2285506107" sldId="296"/>
            <ac:cxnSpMk id="18" creationId="{FD5B8342-9CC5-0EDA-47AA-7F95931BCDDD}"/>
          </ac:cxnSpMkLst>
        </pc:cxnChg>
      </pc:sldChg>
      <pc:sldChg chg="addSp delSp modSp new mod modClrScheme delAnim modAnim chgLayout">
        <pc:chgData name="Sage Babish" userId="4842bc7e66bb6391" providerId="LiveId" clId="{EE305BC0-B0CE-40AE-B6E5-AF51193813AF}" dt="2025-07-07T23:35:09.483" v="3909" actId="14100"/>
        <pc:sldMkLst>
          <pc:docMk/>
          <pc:sldMk cId="815771808" sldId="297"/>
        </pc:sldMkLst>
        <pc:spChg chg="del mod ord">
          <ac:chgData name="Sage Babish" userId="4842bc7e66bb6391" providerId="LiveId" clId="{EE305BC0-B0CE-40AE-B6E5-AF51193813AF}" dt="2025-07-07T23:32:34.296" v="3812" actId="478"/>
          <ac:spMkLst>
            <pc:docMk/>
            <pc:sldMk cId="815771808" sldId="297"/>
            <ac:spMk id="2" creationId="{D9FFAABA-FC61-9CC0-F7DF-D480CE39D1EB}"/>
          </ac:spMkLst>
        </pc:spChg>
        <pc:spChg chg="del mod ord">
          <ac:chgData name="Sage Babish" userId="4842bc7e66bb6391" providerId="LiveId" clId="{EE305BC0-B0CE-40AE-B6E5-AF51193813AF}" dt="2025-07-07T23:23:23.725" v="3346" actId="700"/>
          <ac:spMkLst>
            <pc:docMk/>
            <pc:sldMk cId="815771808" sldId="297"/>
            <ac:spMk id="3" creationId="{7854AA21-CD86-5D8A-84C8-37CCF82DB46E}"/>
          </ac:spMkLst>
        </pc:spChg>
        <pc:spChg chg="add del mod ord">
          <ac:chgData name="Sage Babish" userId="4842bc7e66bb6391" providerId="LiveId" clId="{EE305BC0-B0CE-40AE-B6E5-AF51193813AF}" dt="2025-07-07T23:32:04.050" v="3807" actId="478"/>
          <ac:spMkLst>
            <pc:docMk/>
            <pc:sldMk cId="815771808" sldId="297"/>
            <ac:spMk id="4" creationId="{00C2239D-18D8-E9D3-3420-2CA6CCA3EB2C}"/>
          </ac:spMkLst>
        </pc:spChg>
        <pc:spChg chg="add mod">
          <ac:chgData name="Sage Babish" userId="4842bc7e66bb6391" providerId="LiveId" clId="{EE305BC0-B0CE-40AE-B6E5-AF51193813AF}" dt="2025-07-07T23:33:37.050" v="3825" actId="21"/>
          <ac:spMkLst>
            <pc:docMk/>
            <pc:sldMk cId="815771808" sldId="297"/>
            <ac:spMk id="5" creationId="{7E5C9952-3510-D93D-EC8E-5771C51BE1D1}"/>
          </ac:spMkLst>
        </pc:spChg>
        <pc:spChg chg="add mod ord">
          <ac:chgData name="Sage Babish" userId="4842bc7e66bb6391" providerId="LiveId" clId="{EE305BC0-B0CE-40AE-B6E5-AF51193813AF}" dt="2025-07-07T23:35:09.483" v="3909" actId="14100"/>
          <ac:spMkLst>
            <pc:docMk/>
            <pc:sldMk cId="815771808" sldId="297"/>
            <ac:spMk id="6" creationId="{FF7304AF-FD10-F769-5B5C-2AB237055A19}"/>
          </ac:spMkLst>
        </pc:spChg>
        <pc:spChg chg="add mod ord">
          <ac:chgData name="Sage Babish" userId="4842bc7e66bb6391" providerId="LiveId" clId="{EE305BC0-B0CE-40AE-B6E5-AF51193813AF}" dt="2025-07-07T23:34:53.530" v="3904" actId="20577"/>
          <ac:spMkLst>
            <pc:docMk/>
            <pc:sldMk cId="815771808" sldId="297"/>
            <ac:spMk id="7" creationId="{62C7416E-4F85-800C-8B05-0703FD4CEF47}"/>
          </ac:spMkLst>
        </pc:spChg>
      </pc:sldChg>
      <pc:sldChg chg="modSp new del mod modShow">
        <pc:chgData name="Sage Babish" userId="4842bc7e66bb6391" providerId="LiveId" clId="{EE305BC0-B0CE-40AE-B6E5-AF51193813AF}" dt="2025-07-08T01:18:10.056" v="4587" actId="47"/>
        <pc:sldMkLst>
          <pc:docMk/>
          <pc:sldMk cId="1552064485" sldId="298"/>
        </pc:sldMkLst>
        <pc:spChg chg="mod">
          <ac:chgData name="Sage Babish" userId="4842bc7e66bb6391" providerId="LiveId" clId="{EE305BC0-B0CE-40AE-B6E5-AF51193813AF}" dt="2025-07-07T20:36:47.736" v="2360" actId="20577"/>
          <ac:spMkLst>
            <pc:docMk/>
            <pc:sldMk cId="1552064485" sldId="298"/>
            <ac:spMk id="2" creationId="{9B9D9AD9-CB10-1E57-83EC-EEDA0F622972}"/>
          </ac:spMkLst>
        </pc:spChg>
      </pc:sldChg>
      <pc:sldChg chg="addSp delSp modSp add mod modAnim">
        <pc:chgData name="Sage Babish" userId="4842bc7e66bb6391" providerId="LiveId" clId="{EE305BC0-B0CE-40AE-B6E5-AF51193813AF}" dt="2025-07-08T01:17:38.582" v="4586" actId="1076"/>
        <pc:sldMkLst>
          <pc:docMk/>
          <pc:sldMk cId="1059652428" sldId="299"/>
        </pc:sldMkLst>
        <pc:spChg chg="mod">
          <ac:chgData name="Sage Babish" userId="4842bc7e66bb6391" providerId="LiveId" clId="{EE305BC0-B0CE-40AE-B6E5-AF51193813AF}" dt="2025-07-07T20:43:07.092" v="2860" actId="20577"/>
          <ac:spMkLst>
            <pc:docMk/>
            <pc:sldMk cId="1059652428" sldId="299"/>
            <ac:spMk id="2" creationId="{9C9EC424-A42C-3F25-BE8F-B87890895682}"/>
          </ac:spMkLst>
        </pc:spChg>
        <pc:spChg chg="mod">
          <ac:chgData name="Sage Babish" userId="4842bc7e66bb6391" providerId="LiveId" clId="{EE305BC0-B0CE-40AE-B6E5-AF51193813AF}" dt="2025-07-08T00:26:18.421" v="4544" actId="1076"/>
          <ac:spMkLst>
            <pc:docMk/>
            <pc:sldMk cId="1059652428" sldId="299"/>
            <ac:spMk id="5" creationId="{8F27363A-924F-284B-4E9E-B769E1DB0CEB}"/>
          </ac:spMkLst>
        </pc:spChg>
        <pc:spChg chg="add mod">
          <ac:chgData name="Sage Babish" userId="4842bc7e66bb6391" providerId="LiveId" clId="{EE305BC0-B0CE-40AE-B6E5-AF51193813AF}" dt="2025-07-08T00:26:45.328" v="4584" actId="20577"/>
          <ac:spMkLst>
            <pc:docMk/>
            <pc:sldMk cId="1059652428" sldId="299"/>
            <ac:spMk id="8" creationId="{951CDEF2-2285-463A-167A-1718A3DF5631}"/>
          </ac:spMkLst>
        </pc:spChg>
        <pc:picChg chg="add mod">
          <ac:chgData name="Sage Babish" userId="4842bc7e66bb6391" providerId="LiveId" clId="{EE305BC0-B0CE-40AE-B6E5-AF51193813AF}" dt="2025-07-08T01:17:38.582" v="4586" actId="1076"/>
          <ac:picMkLst>
            <pc:docMk/>
            <pc:sldMk cId="1059652428" sldId="299"/>
            <ac:picMk id="3" creationId="{919596AE-538B-1F47-09E4-97E05257C6B2}"/>
          </ac:picMkLst>
        </pc:picChg>
        <pc:picChg chg="add del mod">
          <ac:chgData name="Sage Babish" userId="4842bc7e66bb6391" providerId="LiveId" clId="{EE305BC0-B0CE-40AE-B6E5-AF51193813AF}" dt="2025-07-08T00:25:20.848" v="4534" actId="478"/>
          <ac:picMkLst>
            <pc:docMk/>
            <pc:sldMk cId="1059652428" sldId="299"/>
            <ac:picMk id="4" creationId="{B881D6BD-5001-6DFE-B1D7-B778127A9F2B}"/>
          </ac:picMkLst>
        </pc:picChg>
        <pc:picChg chg="add mod">
          <ac:chgData name="Sage Babish" userId="4842bc7e66bb6391" providerId="LiveId" clId="{EE305BC0-B0CE-40AE-B6E5-AF51193813AF}" dt="2025-07-08T00:26:21.601" v="4545" actId="1076"/>
          <ac:picMkLst>
            <pc:docMk/>
            <pc:sldMk cId="1059652428" sldId="299"/>
            <ac:picMk id="7" creationId="{F6EECFB5-4F18-66E5-1657-6E27BCCEB726}"/>
          </ac:picMkLst>
        </pc:picChg>
      </pc:sldChg>
      <pc:sldChg chg="addSp delSp modSp add mod modAnim">
        <pc:chgData name="Sage Babish" userId="4842bc7e66bb6391" providerId="LiveId" clId="{EE305BC0-B0CE-40AE-B6E5-AF51193813AF}" dt="2025-07-08T22:43:19.834" v="5445" actId="478"/>
        <pc:sldMkLst>
          <pc:docMk/>
          <pc:sldMk cId="2859356410" sldId="300"/>
        </pc:sldMkLst>
        <pc:spChg chg="add mod">
          <ac:chgData name="Sage Babish" userId="4842bc7e66bb6391" providerId="LiveId" clId="{EE305BC0-B0CE-40AE-B6E5-AF51193813AF}" dt="2025-07-07T23:20:44.825" v="3245" actId="1076"/>
          <ac:spMkLst>
            <pc:docMk/>
            <pc:sldMk cId="2859356410" sldId="300"/>
            <ac:spMk id="8" creationId="{87BFBF01-1C90-ED75-D2A8-2EDCDFE9D081}"/>
          </ac:spMkLst>
        </pc:spChg>
        <pc:spChg chg="mod">
          <ac:chgData name="Sage Babish" userId="4842bc7e66bb6391" providerId="LiveId" clId="{EE305BC0-B0CE-40AE-B6E5-AF51193813AF}" dt="2025-07-07T23:19:59.283" v="3214" actId="164"/>
          <ac:spMkLst>
            <pc:docMk/>
            <pc:sldMk cId="2859356410" sldId="300"/>
            <ac:spMk id="9" creationId="{3C6E7FB6-D171-7AF0-8468-99E4F5F0F6AC}"/>
          </ac:spMkLst>
        </pc:spChg>
        <pc:spChg chg="mod">
          <ac:chgData name="Sage Babish" userId="4842bc7e66bb6391" providerId="LiveId" clId="{EE305BC0-B0CE-40AE-B6E5-AF51193813AF}" dt="2025-07-07T23:20:23.309" v="3241" actId="1038"/>
          <ac:spMkLst>
            <pc:docMk/>
            <pc:sldMk cId="2859356410" sldId="300"/>
            <ac:spMk id="10" creationId="{85022B51-A6DE-6B72-106B-6408D4DA7D40}"/>
          </ac:spMkLst>
        </pc:spChg>
        <pc:spChg chg="mod">
          <ac:chgData name="Sage Babish" userId="4842bc7e66bb6391" providerId="LiveId" clId="{EE305BC0-B0CE-40AE-B6E5-AF51193813AF}" dt="2025-07-07T23:20:17.936" v="3228" actId="1037"/>
          <ac:spMkLst>
            <pc:docMk/>
            <pc:sldMk cId="2859356410" sldId="300"/>
            <ac:spMk id="11" creationId="{F17BB442-8133-DDB4-4E46-FEE76639A7CD}"/>
          </ac:spMkLst>
        </pc:spChg>
        <pc:spChg chg="add mod">
          <ac:chgData name="Sage Babish" userId="4842bc7e66bb6391" providerId="LiveId" clId="{EE305BC0-B0CE-40AE-B6E5-AF51193813AF}" dt="2025-07-07T23:21:39.467" v="3311" actId="1076"/>
          <ac:spMkLst>
            <pc:docMk/>
            <pc:sldMk cId="2859356410" sldId="300"/>
            <ac:spMk id="15" creationId="{68C0EB32-913D-222C-9770-290B96F969E7}"/>
          </ac:spMkLst>
        </pc:spChg>
        <pc:spChg chg="add mod">
          <ac:chgData name="Sage Babish" userId="4842bc7e66bb6391" providerId="LiveId" clId="{EE305BC0-B0CE-40AE-B6E5-AF51193813AF}" dt="2025-07-07T23:22:30.366" v="3343" actId="1076"/>
          <ac:spMkLst>
            <pc:docMk/>
            <pc:sldMk cId="2859356410" sldId="300"/>
            <ac:spMk id="16" creationId="{D903DD27-B638-4F2F-3DDF-EF1AE6778BED}"/>
          </ac:spMkLst>
        </pc:spChg>
        <pc:grpChg chg="add mod">
          <ac:chgData name="Sage Babish" userId="4842bc7e66bb6391" providerId="LiveId" clId="{EE305BC0-B0CE-40AE-B6E5-AF51193813AF}" dt="2025-07-07T23:20:13.997" v="3216" actId="1076"/>
          <ac:grpSpMkLst>
            <pc:docMk/>
            <pc:sldMk cId="2859356410" sldId="300"/>
            <ac:grpSpMk id="4" creationId="{1BD7B7E7-F21F-BF43-1AF4-DA20F705575C}"/>
          </ac:grpSpMkLst>
        </pc:grpChg>
        <pc:grpChg chg="mod">
          <ac:chgData name="Sage Babish" userId="4842bc7e66bb6391" providerId="LiveId" clId="{EE305BC0-B0CE-40AE-B6E5-AF51193813AF}" dt="2025-07-07T23:19:59.283" v="3214" actId="164"/>
          <ac:grpSpMkLst>
            <pc:docMk/>
            <pc:sldMk cId="2859356410" sldId="300"/>
            <ac:grpSpMk id="6" creationId="{7F38FA91-4ACB-ADA5-C662-764B22AB7190}"/>
          </ac:grpSpMkLst>
        </pc:grpChg>
        <pc:picChg chg="add mod">
          <ac:chgData name="Sage Babish" userId="4842bc7e66bb6391" providerId="LiveId" clId="{EE305BC0-B0CE-40AE-B6E5-AF51193813AF}" dt="2025-07-07T23:20:35.572" v="3243" actId="1076"/>
          <ac:picMkLst>
            <pc:docMk/>
            <pc:sldMk cId="2859356410" sldId="300"/>
            <ac:picMk id="7" creationId="{F9439C32-3366-E98F-2207-6F28E672207D}"/>
          </ac:picMkLst>
        </pc:picChg>
        <pc:picChg chg="add mod">
          <ac:chgData name="Sage Babish" userId="4842bc7e66bb6391" providerId="LiveId" clId="{EE305BC0-B0CE-40AE-B6E5-AF51193813AF}" dt="2025-07-07T23:21:35.235" v="3310" actId="1076"/>
          <ac:picMkLst>
            <pc:docMk/>
            <pc:sldMk cId="2859356410" sldId="300"/>
            <ac:picMk id="12" creationId="{C9C791C8-7B37-A860-F29B-6874447513FC}"/>
          </ac:picMkLst>
        </pc:picChg>
        <pc:cxnChg chg="mod">
          <ac:chgData name="Sage Babish" userId="4842bc7e66bb6391" providerId="LiveId" clId="{EE305BC0-B0CE-40AE-B6E5-AF51193813AF}" dt="2025-07-07T23:19:59.283" v="3214" actId="164"/>
          <ac:cxnSpMkLst>
            <pc:docMk/>
            <pc:sldMk cId="2859356410" sldId="300"/>
            <ac:cxnSpMk id="13" creationId="{240322F8-EB0E-5F91-EEF9-88218090B459}"/>
          </ac:cxnSpMkLst>
        </pc:cxnChg>
        <pc:cxnChg chg="mod">
          <ac:chgData name="Sage Babish" userId="4842bc7e66bb6391" providerId="LiveId" clId="{EE305BC0-B0CE-40AE-B6E5-AF51193813AF}" dt="2025-07-07T23:19:59.283" v="3214" actId="164"/>
          <ac:cxnSpMkLst>
            <pc:docMk/>
            <pc:sldMk cId="2859356410" sldId="300"/>
            <ac:cxnSpMk id="14" creationId="{896988C8-450A-99F1-A499-F07BCDACF143}"/>
          </ac:cxnSpMkLst>
        </pc:cxnChg>
        <pc:cxnChg chg="del mod">
          <ac:chgData name="Sage Babish" userId="4842bc7e66bb6391" providerId="LiveId" clId="{EE305BC0-B0CE-40AE-B6E5-AF51193813AF}" dt="2025-07-08T22:43:19.834" v="5445" actId="478"/>
          <ac:cxnSpMkLst>
            <pc:docMk/>
            <pc:sldMk cId="2859356410" sldId="300"/>
            <ac:cxnSpMk id="18" creationId="{9856CA9B-3C3F-9502-634D-4150890A561A}"/>
          </ac:cxnSpMkLst>
        </pc:cxnChg>
      </pc:sldChg>
      <pc:sldChg chg="addSp delSp modSp new mod modClrScheme chgLayout">
        <pc:chgData name="Sage Babish" userId="4842bc7e66bb6391" providerId="LiveId" clId="{EE305BC0-B0CE-40AE-B6E5-AF51193813AF}" dt="2025-07-08T21:54:42.004" v="5160" actId="5793"/>
        <pc:sldMkLst>
          <pc:docMk/>
          <pc:sldMk cId="1443716378" sldId="301"/>
        </pc:sldMkLst>
        <pc:spChg chg="del mod ord">
          <ac:chgData name="Sage Babish" userId="4842bc7e66bb6391" providerId="LiveId" clId="{EE305BC0-B0CE-40AE-B6E5-AF51193813AF}" dt="2025-07-08T21:54:27.893" v="5111" actId="700"/>
          <ac:spMkLst>
            <pc:docMk/>
            <pc:sldMk cId="1443716378" sldId="301"/>
            <ac:spMk id="2" creationId="{0F3A66D2-72FF-8BAF-2B1B-33DCCD91613F}"/>
          </ac:spMkLst>
        </pc:spChg>
        <pc:spChg chg="del mod ord">
          <ac:chgData name="Sage Babish" userId="4842bc7e66bb6391" providerId="LiveId" clId="{EE305BC0-B0CE-40AE-B6E5-AF51193813AF}" dt="2025-07-08T21:54:27.893" v="5111" actId="700"/>
          <ac:spMkLst>
            <pc:docMk/>
            <pc:sldMk cId="1443716378" sldId="301"/>
            <ac:spMk id="3" creationId="{F7138C33-6FBF-E474-5883-E9B004E0E400}"/>
          </ac:spMkLst>
        </pc:spChg>
        <pc:spChg chg="add mod ord">
          <ac:chgData name="Sage Babish" userId="4842bc7e66bb6391" providerId="LiveId" clId="{EE305BC0-B0CE-40AE-B6E5-AF51193813AF}" dt="2025-07-08T21:54:38.018" v="5156" actId="20577"/>
          <ac:spMkLst>
            <pc:docMk/>
            <pc:sldMk cId="1443716378" sldId="301"/>
            <ac:spMk id="4" creationId="{3A1934DC-5DFB-CA72-D5C9-1A91DC4F4C19}"/>
          </ac:spMkLst>
        </pc:spChg>
        <pc:spChg chg="add mod ord">
          <ac:chgData name="Sage Babish" userId="4842bc7e66bb6391" providerId="LiveId" clId="{EE305BC0-B0CE-40AE-B6E5-AF51193813AF}" dt="2025-07-08T21:54:42.004" v="5160" actId="5793"/>
          <ac:spMkLst>
            <pc:docMk/>
            <pc:sldMk cId="1443716378" sldId="301"/>
            <ac:spMk id="5" creationId="{EE36F6E8-7636-79EF-B7D5-7DFB74AC45D7}"/>
          </ac:spMkLst>
        </pc:spChg>
      </pc:sldChg>
      <pc:sldChg chg="addSp modSp add del mod ord modAnim">
        <pc:chgData name="Sage Babish" userId="4842bc7e66bb6391" providerId="LiveId" clId="{EE305BC0-B0CE-40AE-B6E5-AF51193813AF}" dt="2025-07-08T20:53:26.390" v="4650" actId="47"/>
        <pc:sldMkLst>
          <pc:docMk/>
          <pc:sldMk cId="1914270050" sldId="301"/>
        </pc:sldMkLst>
        <pc:spChg chg="mod">
          <ac:chgData name="Sage Babish" userId="4842bc7e66bb6391" providerId="LiveId" clId="{EE305BC0-B0CE-40AE-B6E5-AF51193813AF}" dt="2025-07-08T20:53:18.635" v="4647" actId="27636"/>
          <ac:spMkLst>
            <pc:docMk/>
            <pc:sldMk cId="1914270050" sldId="301"/>
            <ac:spMk id="7" creationId="{DA686F32-3090-BA75-D019-443827DEEF52}"/>
          </ac:spMkLst>
        </pc:spChg>
        <pc:picChg chg="add mod">
          <ac:chgData name="Sage Babish" userId="4842bc7e66bb6391" providerId="LiveId" clId="{EE305BC0-B0CE-40AE-B6E5-AF51193813AF}" dt="2025-07-08T20:53:23.232" v="4649" actId="1076"/>
          <ac:picMkLst>
            <pc:docMk/>
            <pc:sldMk cId="1914270050" sldId="301"/>
            <ac:picMk id="2" creationId="{FE6AFB63-FDC7-DD95-85A3-8A22D461AE82}"/>
          </ac:picMkLst>
        </pc:picChg>
      </pc:sldChg>
      <pc:sldChg chg="addSp delSp modSp new mod modAnim">
        <pc:chgData name="Sage Babish" userId="4842bc7e66bb6391" providerId="LiveId" clId="{EE305BC0-B0CE-40AE-B6E5-AF51193813AF}" dt="2025-07-08T22:00:01.571" v="5268" actId="1076"/>
        <pc:sldMkLst>
          <pc:docMk/>
          <pc:sldMk cId="412735217" sldId="302"/>
        </pc:sldMkLst>
        <pc:spChg chg="mod">
          <ac:chgData name="Sage Babish" userId="4842bc7e66bb6391" providerId="LiveId" clId="{EE305BC0-B0CE-40AE-B6E5-AF51193813AF}" dt="2025-07-08T21:59:32.102" v="5248" actId="1076"/>
          <ac:spMkLst>
            <pc:docMk/>
            <pc:sldMk cId="412735217" sldId="302"/>
            <ac:spMk id="2" creationId="{FDAAAEE5-7AD1-9056-F0E1-A7C9692B313B}"/>
          </ac:spMkLst>
        </pc:spChg>
        <pc:spChg chg="del">
          <ac:chgData name="Sage Babish" userId="4842bc7e66bb6391" providerId="LiveId" clId="{EE305BC0-B0CE-40AE-B6E5-AF51193813AF}" dt="2025-07-08T21:59:24.050" v="5244" actId="478"/>
          <ac:spMkLst>
            <pc:docMk/>
            <pc:sldMk cId="412735217" sldId="302"/>
            <ac:spMk id="3" creationId="{89151D46-2F11-E074-A2B9-F41D24C14C0B}"/>
          </ac:spMkLst>
        </pc:spChg>
        <pc:spChg chg="add mod">
          <ac:chgData name="Sage Babish" userId="4842bc7e66bb6391" providerId="LiveId" clId="{EE305BC0-B0CE-40AE-B6E5-AF51193813AF}" dt="2025-07-08T22:00:01.571" v="5268" actId="1076"/>
          <ac:spMkLst>
            <pc:docMk/>
            <pc:sldMk cId="412735217" sldId="302"/>
            <ac:spMk id="4" creationId="{91F68685-D050-0542-089D-9C9230FC54AA}"/>
          </ac:spMkLst>
        </pc:spChg>
        <pc:picChg chg="add mod">
          <ac:chgData name="Sage Babish" userId="4842bc7e66bb6391" providerId="LiveId" clId="{EE305BC0-B0CE-40AE-B6E5-AF51193813AF}" dt="2025-07-08T21:59:29.759" v="5247" actId="1076"/>
          <ac:picMkLst>
            <pc:docMk/>
            <pc:sldMk cId="412735217" sldId="302"/>
            <ac:picMk id="13314" creationId="{12E43166-417E-B50A-E4D5-8A6F0856EB0E}"/>
          </ac:picMkLst>
        </pc:picChg>
      </pc:sldChg>
      <pc:sldChg chg="add del">
        <pc:chgData name="Sage Babish" userId="4842bc7e66bb6391" providerId="LiveId" clId="{EE305BC0-B0CE-40AE-B6E5-AF51193813AF}" dt="2025-07-08T21:59:14.170" v="5207" actId="2890"/>
        <pc:sldMkLst>
          <pc:docMk/>
          <pc:sldMk cId="774140299" sldId="302"/>
        </pc:sldMkLst>
      </pc:sldChg>
      <pc:sldChg chg="addSp delSp modSp new mod modAnim">
        <pc:chgData name="Sage Babish" userId="4842bc7e66bb6391" providerId="LiveId" clId="{EE305BC0-B0CE-40AE-B6E5-AF51193813AF}" dt="2025-07-08T22:01:39.499" v="5304" actId="20577"/>
        <pc:sldMkLst>
          <pc:docMk/>
          <pc:sldMk cId="1128121331" sldId="303"/>
        </pc:sldMkLst>
        <pc:spChg chg="del">
          <ac:chgData name="Sage Babish" userId="4842bc7e66bb6391" providerId="LiveId" clId="{EE305BC0-B0CE-40AE-B6E5-AF51193813AF}" dt="2025-07-08T22:01:13.675" v="5279" actId="478"/>
          <ac:spMkLst>
            <pc:docMk/>
            <pc:sldMk cId="1128121331" sldId="303"/>
            <ac:spMk id="2" creationId="{070F36D9-574E-3107-5514-A9AA98EEB120}"/>
          </ac:spMkLst>
        </pc:spChg>
        <pc:spChg chg="del">
          <ac:chgData name="Sage Babish" userId="4842bc7e66bb6391" providerId="LiveId" clId="{EE305BC0-B0CE-40AE-B6E5-AF51193813AF}" dt="2025-07-08T22:01:15.409" v="5280" actId="478"/>
          <ac:spMkLst>
            <pc:docMk/>
            <pc:sldMk cId="1128121331" sldId="303"/>
            <ac:spMk id="3" creationId="{1273EE8E-2233-A899-186C-323CB238EBF2}"/>
          </ac:spMkLst>
        </pc:spChg>
        <pc:spChg chg="add mod">
          <ac:chgData name="Sage Babish" userId="4842bc7e66bb6391" providerId="LiveId" clId="{EE305BC0-B0CE-40AE-B6E5-AF51193813AF}" dt="2025-07-08T22:01:39.499" v="5304" actId="20577"/>
          <ac:spMkLst>
            <pc:docMk/>
            <pc:sldMk cId="1128121331" sldId="303"/>
            <ac:spMk id="4" creationId="{66030D12-A4EC-0650-3C3E-29EA8F80B851}"/>
          </ac:spMkLst>
        </pc:spChg>
        <pc:picChg chg="add mod">
          <ac:chgData name="Sage Babish" userId="4842bc7e66bb6391" providerId="LiveId" clId="{EE305BC0-B0CE-40AE-B6E5-AF51193813AF}" dt="2025-07-08T22:01:25.225" v="5285" actId="1076"/>
          <ac:picMkLst>
            <pc:docMk/>
            <pc:sldMk cId="1128121331" sldId="303"/>
            <ac:picMk id="14338" creationId="{F859A4E6-4F74-6EA1-9939-D68E2A5CA96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4594D-7ED0-49BF-A031-CC4F90ECF159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0947E1-6334-40C7-A1CB-4F6A7C84F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586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newts possess/contain </a:t>
            </a:r>
            <a:r>
              <a:rPr lang="en-US" dirty="0" err="1"/>
              <a:t>ttx</a:t>
            </a:r>
            <a:r>
              <a:rPr lang="en-US" dirty="0"/>
              <a:t>, not that they produce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0947E1-6334-40C7-A1CB-4F6A7C84F16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341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Binding image from </a:t>
            </a:r>
            <a:r>
              <a:rPr lang="en-US" dirty="0" err="1"/>
              <a:t>fozzard</a:t>
            </a:r>
            <a:r>
              <a:rPr lang="en-US" dirty="0"/>
              <a:t> and </a:t>
            </a:r>
            <a:r>
              <a:rPr lang="en-US" dirty="0" err="1"/>
              <a:t>lipkind</a:t>
            </a:r>
            <a:r>
              <a:rPr lang="en-US" dirty="0"/>
              <a:t> 2010</a:t>
            </a:r>
          </a:p>
          <a:p>
            <a:r>
              <a:rPr lang="en-US" dirty="0" err="1"/>
              <a:t>Ttx</a:t>
            </a:r>
            <a:r>
              <a:rPr lang="en-US" dirty="0"/>
              <a:t> image from </a:t>
            </a:r>
            <a:r>
              <a:rPr lang="en-US" dirty="0" err="1"/>
              <a:t>acs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0947E1-6334-40C7-A1CB-4F6A7C84F16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378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0947E1-6334-40C7-A1CB-4F6A7C84F16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4360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0947E1-6334-40C7-A1CB-4F6A7C84F16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921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current recorded from each step of a voltage clamp step protocol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0947E1-6334-40C7-A1CB-4F6A7C84F16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3712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algn="l"/>
            <a:endParaRPr lang="en-US" sz="1200" u="sng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1200" u="sng" dirty="0">
                <a:solidFill>
                  <a:schemeClr val="bg1"/>
                </a:solidFill>
                <a:latin typeface="Calibri"/>
                <a:cs typeface="Calibri"/>
              </a:rPr>
              <a:t>Lab</a:t>
            </a:r>
            <a:r>
              <a:rPr lang="en-US" sz="1200" dirty="0">
                <a:solidFill>
                  <a:schemeClr val="bg1"/>
                </a:solidFill>
                <a:latin typeface="Calibri"/>
                <a:cs typeface="Calibri"/>
              </a:rPr>
              <a:t>:</a:t>
            </a:r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1200" dirty="0">
                <a:solidFill>
                  <a:schemeClr val="bg1"/>
                </a:solidFill>
                <a:latin typeface="Calibri"/>
                <a:cs typeface="Calibri"/>
              </a:rPr>
              <a:t>Arielle Navarro</a:t>
            </a:r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1200" dirty="0">
                <a:solidFill>
                  <a:schemeClr val="bg1"/>
                </a:solidFill>
                <a:latin typeface="Calibri"/>
                <a:cs typeface="Calibri"/>
              </a:rPr>
              <a:t>Angelo Lippi</a:t>
            </a:r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1200" dirty="0">
                <a:solidFill>
                  <a:schemeClr val="bg1"/>
                </a:solidFill>
                <a:latin typeface="Calibri"/>
                <a:cs typeface="Calibri"/>
              </a:rPr>
              <a:t>Janna Magana</a:t>
            </a:r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endParaRPr lang="en-US" sz="12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endParaRPr lang="en-US" sz="1200" dirty="0">
              <a:solidFill>
                <a:schemeClr val="bg1"/>
              </a:solidFill>
              <a:latin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0947E1-6334-40C7-A1CB-4F6A7C84F16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079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CBC3FFE-6B9B-C940-4695-8ECFB61CE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81793" y="1273629"/>
            <a:ext cx="9628415" cy="431074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74629" y="1273628"/>
            <a:ext cx="9635578" cy="4310742"/>
          </a:xfrm>
        </p:spPr>
        <p:txBody>
          <a:bodyPr anchor="ctr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796006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2E431A-13C7-7FBE-D9C0-4B07EC015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22" y="0"/>
            <a:ext cx="6988271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7D395B-6376-9381-5760-B7F1748DE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81792" y="1269545"/>
            <a:ext cx="4424042" cy="431074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1792" y="1269545"/>
            <a:ext cx="4424042" cy="4310742"/>
          </a:xfrm>
        </p:spPr>
        <p:txBody>
          <a:bodyPr anchor="ctr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746DDBBD-8B96-1107-F176-E8783973F4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66389" y="-8167"/>
            <a:ext cx="1850572" cy="1281793"/>
          </a:xfrm>
          <a:prstGeom prst="rect">
            <a:avLst/>
          </a:prstGeom>
        </p:spPr>
        <p:txBody>
          <a:bodyPr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227A8F3-77BD-4D20-8F5B-317AC84E518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461250" y="1269546"/>
            <a:ext cx="4260850" cy="4310742"/>
          </a:xfrm>
        </p:spPr>
        <p:txBody>
          <a:bodyPr anchor="ctr">
            <a:noAutofit/>
          </a:bodyPr>
          <a:lstStyle>
            <a:lvl1pPr marL="0" indent="0" algn="ctr">
              <a:lnSpc>
                <a:spcPct val="150000"/>
              </a:lnSpc>
              <a:buNone/>
              <a:defRPr lang="en-US" sz="1600" b="0" i="0" kern="1200" cap="all" spc="150" dirty="0">
                <a:solidFill>
                  <a:prstClr val="black"/>
                </a:solidFill>
                <a:latin typeface="Century Gothic" panose="020B0502020202020204"/>
                <a:ea typeface="+mn-ea"/>
                <a:cs typeface="+mn-cs"/>
              </a:defRPr>
            </a:lvl1pPr>
            <a:lvl2pPr marL="0" indent="0" algn="ctr">
              <a:lnSpc>
                <a:spcPct val="150000"/>
              </a:lnSpc>
              <a:buNone/>
              <a:defRPr lang="en-US" sz="1600" b="0" i="0" kern="1200" cap="all" spc="150" dirty="0">
                <a:solidFill>
                  <a:prstClr val="black"/>
                </a:solidFill>
                <a:latin typeface="Century Gothic" panose="020B0502020202020204"/>
                <a:ea typeface="+mn-ea"/>
                <a:cs typeface="+mn-cs"/>
              </a:defRPr>
            </a:lvl2pPr>
            <a:lvl3pPr marL="0" indent="0" algn="ctr">
              <a:lnSpc>
                <a:spcPct val="150000"/>
              </a:lnSpc>
              <a:buNone/>
              <a:defRPr lang="en-US" sz="1600" b="0" i="0" kern="1200" cap="all" spc="150" dirty="0">
                <a:solidFill>
                  <a:prstClr val="black"/>
                </a:solidFill>
                <a:latin typeface="Century Gothic" panose="020B0502020202020204"/>
                <a:ea typeface="+mn-ea"/>
                <a:cs typeface="+mn-cs"/>
              </a:defRPr>
            </a:lvl3pPr>
            <a:lvl4pPr marL="0" indent="0" algn="ctr">
              <a:lnSpc>
                <a:spcPct val="150000"/>
              </a:lnSpc>
              <a:buNone/>
              <a:defRPr lang="en-US" sz="1600" b="0" i="0" kern="1200" cap="all" spc="150" dirty="0">
                <a:solidFill>
                  <a:prstClr val="black"/>
                </a:solidFill>
                <a:latin typeface="Century Gothic" panose="020B0502020202020204"/>
                <a:ea typeface="+mn-ea"/>
                <a:cs typeface="+mn-cs"/>
              </a:defRPr>
            </a:lvl4pPr>
            <a:lvl5pPr marL="0" indent="0" algn="ctr">
              <a:lnSpc>
                <a:spcPct val="150000"/>
              </a:lnSpc>
              <a:buNone/>
              <a:defRPr lang="en-US" sz="1600" b="0" i="0" kern="1200" cap="all" spc="150" dirty="0">
                <a:solidFill>
                  <a:prstClr val="black"/>
                </a:solidFill>
                <a:latin typeface="Century Gothic" panose="020B0502020202020204"/>
                <a:ea typeface="+mn-ea"/>
                <a:cs typeface="+mn-cs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64AF3CB2-519A-D56F-36E2-FD3001981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9031004" y="5584370"/>
            <a:ext cx="1121343" cy="12736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EC36808-D4CC-459F-8441-90FF8F9F7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880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1C43537-6760-2F75-52AB-54BE6BBDE73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322" y="-1"/>
            <a:ext cx="6988271" cy="6857999"/>
          </a:xfrm>
          <a:custGeom>
            <a:avLst/>
            <a:gdLst>
              <a:gd name="connsiteX0" fmla="*/ 1280254 w 6988271"/>
              <a:gd name="connsiteY0" fmla="*/ 1273629 h 6857999"/>
              <a:gd name="connsiteX1" fmla="*/ 1280254 w 6988271"/>
              <a:gd name="connsiteY1" fmla="*/ 5584372 h 6857999"/>
              <a:gd name="connsiteX2" fmla="*/ 5704296 w 6988271"/>
              <a:gd name="connsiteY2" fmla="*/ 5584372 h 6857999"/>
              <a:gd name="connsiteX3" fmla="*/ 5704296 w 6988271"/>
              <a:gd name="connsiteY3" fmla="*/ 1273629 h 6857999"/>
              <a:gd name="connsiteX4" fmla="*/ 0 w 6988271"/>
              <a:gd name="connsiteY4" fmla="*/ 0 h 6857999"/>
              <a:gd name="connsiteX5" fmla="*/ 6988271 w 6988271"/>
              <a:gd name="connsiteY5" fmla="*/ 0 h 6857999"/>
              <a:gd name="connsiteX6" fmla="*/ 6988271 w 6988271"/>
              <a:gd name="connsiteY6" fmla="*/ 6857999 h 6857999"/>
              <a:gd name="connsiteX7" fmla="*/ 0 w 6988271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88271" h="6857999">
                <a:moveTo>
                  <a:pt x="1280254" y="1273629"/>
                </a:moveTo>
                <a:lnTo>
                  <a:pt x="1280254" y="5584372"/>
                </a:lnTo>
                <a:lnTo>
                  <a:pt x="5704296" y="5584372"/>
                </a:lnTo>
                <a:lnTo>
                  <a:pt x="5704296" y="1273629"/>
                </a:lnTo>
                <a:close/>
                <a:moveTo>
                  <a:pt x="0" y="0"/>
                </a:moveTo>
                <a:lnTo>
                  <a:pt x="6988271" y="0"/>
                </a:lnTo>
                <a:lnTo>
                  <a:pt x="6988271" y="6857999"/>
                </a:lnTo>
                <a:lnTo>
                  <a:pt x="0" y="685799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1792" y="1269545"/>
            <a:ext cx="4424042" cy="4310742"/>
          </a:xfrm>
        </p:spPr>
        <p:txBody>
          <a:bodyPr anchor="ctr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746DDBBD-8B96-1107-F176-E8783973F4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66389" y="-8167"/>
            <a:ext cx="1850572" cy="1281793"/>
          </a:xfrm>
          <a:prstGeom prst="rect">
            <a:avLst/>
          </a:prstGeom>
        </p:spPr>
        <p:txBody>
          <a:bodyPr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227A8F3-77BD-4D20-8F5B-317AC84E518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461250" y="1273629"/>
            <a:ext cx="4260850" cy="4310743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 marL="0" indent="0" algn="ctr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2pPr>
            <a:lvl3pPr marL="0" indent="0" algn="ctr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3pPr>
            <a:lvl4pPr marL="0" indent="0" algn="ctr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4pPr>
            <a:lvl5pPr marL="0" indent="0" algn="ctr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64AF3CB2-519A-D56F-36E2-FD3001981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9031004" y="5584370"/>
            <a:ext cx="1121343" cy="12736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EC36808-D4CC-459F-8441-90FF8F9F7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998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 be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F10D079-59C5-7B8A-E27A-0AAA752CA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81793" y="1273629"/>
            <a:ext cx="9628415" cy="431074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1792" y="1273628"/>
            <a:ext cx="9628415" cy="2288720"/>
          </a:xfrm>
        </p:spPr>
        <p:txBody>
          <a:bodyPr anchor="b"/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598F9-55EA-465C-92A3-1E6BD42399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650672" y="3657600"/>
            <a:ext cx="6890656" cy="192677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0" indent="0" algn="ctr">
              <a:buNone/>
              <a:defRPr sz="1600"/>
            </a:lvl2pPr>
            <a:lvl3pPr marL="0" indent="0" algn="ctr">
              <a:buNone/>
              <a:defRPr sz="1400"/>
            </a:lvl3pPr>
            <a:lvl4pPr marL="0" indent="0" algn="ctr">
              <a:buNone/>
              <a:defRPr sz="1200"/>
            </a:lvl4pPr>
            <a:lvl5pPr marL="0" indent="0" algn="ctr"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44097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436516-A644-E106-5DCE-E9D459C35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03729" y="0"/>
            <a:ext cx="6988271" cy="685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BF11EA-0E7E-ECF4-3F01-392438DC4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85843" y="1269545"/>
            <a:ext cx="4424042" cy="43107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485843" y="1269545"/>
            <a:ext cx="4424042" cy="4310742"/>
          </a:xfrm>
        </p:spPr>
        <p:txBody>
          <a:bodyPr anchor="ctr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746DDBBD-8B96-1107-F176-E8783973F4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5039" y="-8167"/>
            <a:ext cx="1850572" cy="1281793"/>
          </a:xfrm>
          <a:prstGeom prst="rect">
            <a:avLst/>
          </a:prstGeom>
        </p:spPr>
        <p:txBody>
          <a:bodyPr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227A8F3-77BD-4D20-8F5B-317AC84E518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69900" y="1269546"/>
            <a:ext cx="4260850" cy="4310742"/>
          </a:xfrm>
        </p:spPr>
        <p:txBody>
          <a:bodyPr anchor="ctr">
            <a:noAutofit/>
          </a:bodyPr>
          <a:lstStyle>
            <a:lvl1pPr marL="0" indent="0" algn="ctr">
              <a:lnSpc>
                <a:spcPct val="150000"/>
              </a:lnSpc>
              <a:buNone/>
              <a:defRPr lang="en-US" sz="1600" b="0" i="0" kern="1200" cap="all" spc="15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1pPr>
            <a:lvl2pPr marL="0" indent="0" algn="ctr">
              <a:lnSpc>
                <a:spcPct val="150000"/>
              </a:lnSpc>
              <a:buNone/>
              <a:defRPr lang="en-US" sz="1600" b="0" i="0" kern="1200" cap="all" spc="15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2pPr>
            <a:lvl3pPr marL="0" indent="0" algn="ctr">
              <a:lnSpc>
                <a:spcPct val="150000"/>
              </a:lnSpc>
              <a:buNone/>
              <a:defRPr lang="en-US" sz="1600" b="0" i="0" kern="1200" cap="all" spc="15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3pPr>
            <a:lvl4pPr marL="0" indent="0" algn="ctr">
              <a:lnSpc>
                <a:spcPct val="150000"/>
              </a:lnSpc>
              <a:buNone/>
              <a:defRPr lang="en-US" sz="1600" b="0" i="0" kern="1200" cap="all" spc="15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4pPr>
            <a:lvl5pPr marL="0" indent="0" algn="ctr">
              <a:lnSpc>
                <a:spcPct val="150000"/>
              </a:lnSpc>
              <a:buNone/>
              <a:defRPr lang="en-US" sz="1600" b="0" i="0" kern="1200" cap="all" spc="15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6F2B3-50D8-BDE9-BBE3-59CA1A4FBA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2039654" y="5584370"/>
            <a:ext cx="1121343" cy="12736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EC36808-D4CC-459F-8441-90FF8F9F7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174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CE58643-CC5E-1CDA-5D27-7F71DB3CC5E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281793 w 12192000"/>
              <a:gd name="connsiteY0" fmla="*/ 1273629 h 6858000"/>
              <a:gd name="connsiteX1" fmla="*/ 1281793 w 12192000"/>
              <a:gd name="connsiteY1" fmla="*/ 5584372 h 6858000"/>
              <a:gd name="connsiteX2" fmla="*/ 10910208 w 12192000"/>
              <a:gd name="connsiteY2" fmla="*/ 5584372 h 6858000"/>
              <a:gd name="connsiteX3" fmla="*/ 10910208 w 12192000"/>
              <a:gd name="connsiteY3" fmla="*/ 1273629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281793" y="1273629"/>
                </a:moveTo>
                <a:lnTo>
                  <a:pt x="1281793" y="5584372"/>
                </a:lnTo>
                <a:lnTo>
                  <a:pt x="10910208" y="5584372"/>
                </a:lnTo>
                <a:lnTo>
                  <a:pt x="10910208" y="1273629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2277723-FC29-A00E-8752-9517D97893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1273627"/>
            <a:ext cx="9631679" cy="4310743"/>
          </a:xfrm>
        </p:spPr>
        <p:txBody>
          <a:bodyPr anchor="ctr"/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87519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1C43537-6760-2F75-52AB-54BE6BBDE73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3729" y="-1"/>
            <a:ext cx="6988271" cy="6857999"/>
          </a:xfrm>
          <a:custGeom>
            <a:avLst/>
            <a:gdLst>
              <a:gd name="connsiteX0" fmla="*/ 1280254 w 6988271"/>
              <a:gd name="connsiteY0" fmla="*/ 1273629 h 6857999"/>
              <a:gd name="connsiteX1" fmla="*/ 1280254 w 6988271"/>
              <a:gd name="connsiteY1" fmla="*/ 5584372 h 6857999"/>
              <a:gd name="connsiteX2" fmla="*/ 5704296 w 6988271"/>
              <a:gd name="connsiteY2" fmla="*/ 5584372 h 6857999"/>
              <a:gd name="connsiteX3" fmla="*/ 5704296 w 6988271"/>
              <a:gd name="connsiteY3" fmla="*/ 1273629 h 6857999"/>
              <a:gd name="connsiteX4" fmla="*/ 0 w 6988271"/>
              <a:gd name="connsiteY4" fmla="*/ 0 h 6857999"/>
              <a:gd name="connsiteX5" fmla="*/ 6988271 w 6988271"/>
              <a:gd name="connsiteY5" fmla="*/ 0 h 6857999"/>
              <a:gd name="connsiteX6" fmla="*/ 6988271 w 6988271"/>
              <a:gd name="connsiteY6" fmla="*/ 6857999 h 6857999"/>
              <a:gd name="connsiteX7" fmla="*/ 0 w 6988271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88271" h="6857999">
                <a:moveTo>
                  <a:pt x="1280254" y="1273629"/>
                </a:moveTo>
                <a:lnTo>
                  <a:pt x="1280254" y="5584372"/>
                </a:lnTo>
                <a:lnTo>
                  <a:pt x="5704296" y="5584372"/>
                </a:lnTo>
                <a:lnTo>
                  <a:pt x="5704296" y="1273629"/>
                </a:lnTo>
                <a:close/>
                <a:moveTo>
                  <a:pt x="0" y="0"/>
                </a:moveTo>
                <a:lnTo>
                  <a:pt x="6988271" y="0"/>
                </a:lnTo>
                <a:lnTo>
                  <a:pt x="6988271" y="6857999"/>
                </a:lnTo>
                <a:lnTo>
                  <a:pt x="0" y="6857999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485843" y="1269545"/>
            <a:ext cx="4424042" cy="4310742"/>
          </a:xfrm>
        </p:spPr>
        <p:txBody>
          <a:bodyPr anchor="ctr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746DDBBD-8B96-1107-F176-E8783973F4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5039" y="-8167"/>
            <a:ext cx="1850572" cy="1281793"/>
          </a:xfrm>
          <a:prstGeom prst="rect">
            <a:avLst/>
          </a:prstGeom>
        </p:spPr>
        <p:txBody>
          <a:bodyPr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227A8F3-77BD-4D20-8F5B-317AC84E518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69900" y="1269546"/>
            <a:ext cx="4260850" cy="431074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 marL="0" indent="0" algn="ctr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2pPr>
            <a:lvl3pPr marL="0" indent="0" algn="ctr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3pPr>
            <a:lvl4pPr marL="0" indent="0" algn="ctr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4pPr>
            <a:lvl5pPr marL="0" indent="0" algn="ctr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64AF3CB2-519A-D56F-36E2-FD3001981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2039654" y="5584370"/>
            <a:ext cx="1121343" cy="12736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EC36808-D4CC-459F-8441-90FF8F9F7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898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DE57E938-B8C0-6BEB-0EEE-3C287EA75E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8136" y="0"/>
            <a:ext cx="1375728" cy="1066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1794" y="1273628"/>
            <a:ext cx="9628412" cy="1066801"/>
          </a:xfrm>
        </p:spPr>
        <p:txBody>
          <a:bodyPr anchor="ctr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D981E0D-976E-436B-CE81-7A6F1C92C1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70714" y="0"/>
            <a:ext cx="1850572" cy="1281793"/>
          </a:xfrm>
          <a:prstGeom prst="rect">
            <a:avLst/>
          </a:prstGeom>
        </p:spPr>
        <p:txBody>
          <a:bodyPr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227A8F3-77BD-4D20-8F5B-317AC84E518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20BF-8928-A501-01BE-81BED900FE5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281794" y="2880360"/>
            <a:ext cx="4548632" cy="2823754"/>
          </a:xfrm>
        </p:spPr>
        <p:txBody>
          <a:bodyPr anchor="t">
            <a:normAutofit/>
          </a:bodyPr>
          <a:lstStyle>
            <a:lvl1pPr marL="171450" indent="-171450" algn="l">
              <a:lnSpc>
                <a:spcPct val="100000"/>
              </a:lnSpc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1pPr>
            <a:lvl2pPr marL="628650" indent="-171450" algn="l">
              <a:lnSpc>
                <a:spcPct val="100000"/>
              </a:lnSpc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2pPr>
            <a:lvl3pPr marL="1085850" indent="-171450" algn="l">
              <a:lnSpc>
                <a:spcPct val="100000"/>
              </a:lnSpc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3pPr>
            <a:lvl4pPr marL="1371600" indent="0" algn="l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4pPr>
            <a:lvl5pPr marL="1828800" indent="0" algn="l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28B37D9-A45A-EA5A-77A2-C304FBFF9B3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354413" y="2880360"/>
            <a:ext cx="4555793" cy="2823754"/>
          </a:xfrm>
        </p:spPr>
        <p:txBody>
          <a:bodyPr anchor="t">
            <a:normAutofit/>
          </a:bodyPr>
          <a:lstStyle>
            <a:lvl1pPr marL="171450" indent="-171450" algn="l">
              <a:lnSpc>
                <a:spcPct val="100000"/>
              </a:lnSpc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1pPr>
            <a:lvl2pPr marL="628650" indent="-171450" algn="l">
              <a:lnSpc>
                <a:spcPct val="100000"/>
              </a:lnSpc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2pPr>
            <a:lvl3pPr marL="1085850" indent="-171450" algn="l">
              <a:lnSpc>
                <a:spcPct val="100000"/>
              </a:lnSpc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3pPr>
            <a:lvl4pPr marL="1371600" indent="0" algn="l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4pPr>
            <a:lvl5pPr marL="1828800" indent="0" algn="l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E73B938-E633-386C-B01E-C19A72484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535329" y="5584370"/>
            <a:ext cx="1121343" cy="12736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EC36808-D4CC-459F-8441-90FF8F9F7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246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CBC3FFE-6B9B-C940-4695-8ECFB61CE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81793" y="1273629"/>
            <a:ext cx="9628415" cy="431074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02228" y="1273628"/>
            <a:ext cx="9203871" cy="1361622"/>
          </a:xfrm>
        </p:spPr>
        <p:txBody>
          <a:bodyPr anchor="ctr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EB3A7CC-8E48-4C16-BC84-E4157BF22D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70714" y="0"/>
            <a:ext cx="1850572" cy="1281793"/>
          </a:xfrm>
          <a:prstGeom prst="rect">
            <a:avLst/>
          </a:prstGeom>
        </p:spPr>
        <p:txBody>
          <a:bodyPr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227A8F3-77BD-4D20-8F5B-317AC84E518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20BF-8928-A501-01BE-81BED900FE5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830490" y="3015155"/>
            <a:ext cx="3999935" cy="2335063"/>
          </a:xfrm>
        </p:spPr>
        <p:txBody>
          <a:bodyPr anchor="t">
            <a:normAutofit/>
          </a:bodyPr>
          <a:lstStyle>
            <a:lvl1pPr marL="171450" indent="-171450" algn="l">
              <a:lnSpc>
                <a:spcPct val="100000"/>
              </a:lnSpc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1pPr>
            <a:lvl2pPr marL="628650" indent="-171450" algn="l">
              <a:lnSpc>
                <a:spcPct val="100000"/>
              </a:lnSpc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2pPr>
            <a:lvl3pPr marL="1085850" indent="-171450" algn="l">
              <a:lnSpc>
                <a:spcPct val="100000"/>
              </a:lnSpc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3pPr>
            <a:lvl4pPr marL="1371600" indent="0" algn="l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4pPr>
            <a:lvl5pPr marL="1828800" indent="0" algn="l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28B37D9-A45A-EA5A-77A2-C304FBFF9B3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354413" y="3015155"/>
            <a:ext cx="3999935" cy="2335063"/>
          </a:xfrm>
        </p:spPr>
        <p:txBody>
          <a:bodyPr anchor="t">
            <a:normAutofit/>
          </a:bodyPr>
          <a:lstStyle>
            <a:lvl1pPr marL="171450" indent="-171450" algn="l">
              <a:lnSpc>
                <a:spcPct val="100000"/>
              </a:lnSpc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1pPr>
            <a:lvl2pPr marL="628650" indent="-171450" algn="l">
              <a:lnSpc>
                <a:spcPct val="100000"/>
              </a:lnSpc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2pPr>
            <a:lvl3pPr marL="1085850" indent="-171450" algn="l">
              <a:lnSpc>
                <a:spcPct val="100000"/>
              </a:lnSpc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3pPr>
            <a:lvl4pPr marL="1371600" indent="0" algn="l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4pPr>
            <a:lvl5pPr marL="1828800" indent="0" algn="l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841A6F3-723A-C910-980E-9CF06AE765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535329" y="5584370"/>
            <a:ext cx="1121343" cy="12736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EC36808-D4CC-459F-8441-90FF8F9F7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216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436516-A644-E106-5DCE-E9D459C35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03729" y="0"/>
            <a:ext cx="6988271" cy="685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BF11EA-0E7E-ECF4-3F01-392438DC4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85843" y="1269545"/>
            <a:ext cx="4424042" cy="43107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8304" y="385625"/>
            <a:ext cx="4424042" cy="2106115"/>
          </a:xfrm>
        </p:spPr>
        <p:txBody>
          <a:bodyPr anchor="ctr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407FE89-BF3C-615E-EE2A-B4D03AB336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7672" y="2774315"/>
            <a:ext cx="4424041" cy="3344863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cap="all" spc="150" baseline="0">
                <a:latin typeface="+mn-lt"/>
              </a:defRPr>
            </a:lvl1pPr>
            <a:lvl2pPr marL="0" indent="0" algn="ctr">
              <a:spcBef>
                <a:spcPts val="0"/>
              </a:spcBef>
              <a:spcAft>
                <a:spcPts val="1800"/>
              </a:spcAft>
              <a:buNone/>
              <a:defRPr sz="1800">
                <a:latin typeface="+mn-lt"/>
              </a:defRPr>
            </a:lvl2pPr>
            <a:lvl3pPr marL="0" indent="0" algn="ctr">
              <a:buNone/>
              <a:defRPr sz="1800">
                <a:latin typeface="+mn-lt"/>
              </a:defRPr>
            </a:lvl3pPr>
            <a:lvl4pPr marL="0" indent="0" algn="ctr">
              <a:buNone/>
              <a:defRPr sz="1800">
                <a:latin typeface="+mn-lt"/>
              </a:defRPr>
            </a:lvl4pPr>
            <a:lvl5pPr marL="0" indent="0" algn="ctr">
              <a:buNone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746DDBBD-8B96-1107-F176-E8783973F4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8659" y="-8167"/>
            <a:ext cx="1850572" cy="1281793"/>
          </a:xfrm>
          <a:prstGeom prst="rect">
            <a:avLst/>
          </a:prstGeom>
        </p:spPr>
        <p:txBody>
          <a:bodyPr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227A8F3-77BD-4D20-8F5B-317AC84E518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7CC740A5-237E-7BC8-9761-DEA2F879B97A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6486525" y="1270000"/>
            <a:ext cx="4422775" cy="4310063"/>
          </a:xfrm>
        </p:spPr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64AF3CB2-519A-D56F-36E2-FD3001981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8143274" y="5584370"/>
            <a:ext cx="1121343" cy="12736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EC36808-D4CC-459F-8441-90FF8F9F7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891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59B688-8673-B317-549C-FD5B5BFA3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8136" y="0"/>
            <a:ext cx="1375728" cy="1066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1794" y="1273628"/>
            <a:ext cx="9628412" cy="1066801"/>
          </a:xfrm>
        </p:spPr>
        <p:txBody>
          <a:bodyPr anchor="ctr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D981E0D-976E-436B-CE81-7A6F1C92C1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70714" y="0"/>
            <a:ext cx="1850572" cy="1281793"/>
          </a:xfrm>
          <a:prstGeom prst="rect">
            <a:avLst/>
          </a:prstGeom>
        </p:spPr>
        <p:txBody>
          <a:bodyPr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227A8F3-77BD-4D20-8F5B-317AC84E518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15D85FCD-8AA0-F6C4-5654-330149CFF0FB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1281113" y="2597935"/>
            <a:ext cx="9629775" cy="317765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67DD96B-681C-6F78-8862-F4DD37C3CC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535329" y="5584370"/>
            <a:ext cx="1121343" cy="12736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EC36808-D4CC-459F-8441-90FF8F9F7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133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01B81220-1D4A-FDC5-D32B-C1C862C8C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8136" y="0"/>
            <a:ext cx="1375728" cy="1066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1794" y="1273628"/>
            <a:ext cx="9628412" cy="1066801"/>
          </a:xfrm>
        </p:spPr>
        <p:txBody>
          <a:bodyPr anchor="ctr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D981E0D-976E-436B-CE81-7A6F1C92C1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70714" y="0"/>
            <a:ext cx="1850572" cy="1281793"/>
          </a:xfrm>
          <a:prstGeom prst="rect">
            <a:avLst/>
          </a:prstGeom>
        </p:spPr>
        <p:txBody>
          <a:bodyPr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227A8F3-77BD-4D20-8F5B-317AC84E518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20BF-8928-A501-01BE-81BED900FE5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281793" y="2880360"/>
            <a:ext cx="5957207" cy="2704010"/>
          </a:xfrm>
        </p:spPr>
        <p:txBody>
          <a:bodyPr anchor="t">
            <a:normAutofit/>
          </a:bodyPr>
          <a:lstStyle>
            <a:lvl1pPr marL="171450" indent="-171450" algn="l">
              <a:lnSpc>
                <a:spcPct val="100000"/>
              </a:lnSpc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1pPr>
            <a:lvl2pPr marL="628650" indent="-171450" algn="l">
              <a:lnSpc>
                <a:spcPct val="100000"/>
              </a:lnSpc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2pPr>
            <a:lvl3pPr marL="1085850" indent="-171450" algn="l">
              <a:lnSpc>
                <a:spcPct val="100000"/>
              </a:lnSpc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3pPr>
            <a:lvl4pPr marL="1371600" indent="0" algn="l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4pPr>
            <a:lvl5pPr marL="1828800" indent="0" algn="l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28B37D9-A45A-EA5A-77A2-C304FBFF9B3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50480" y="2880360"/>
            <a:ext cx="3259726" cy="2704010"/>
          </a:xfrm>
        </p:spPr>
        <p:txBody>
          <a:bodyPr anchor="t">
            <a:normAutofit/>
          </a:bodyPr>
          <a:lstStyle>
            <a:lvl1pPr marL="342900" indent="-342900" algn="l">
              <a:lnSpc>
                <a:spcPct val="100000"/>
              </a:lnSpc>
              <a:buFont typeface="+mj-lt"/>
              <a:buAutoNum type="arabicPeriod"/>
              <a:defRPr sz="1800" b="0">
                <a:solidFill>
                  <a:schemeClr val="bg1"/>
                </a:solidFill>
              </a:defRPr>
            </a:lvl1pPr>
            <a:lvl2pPr marL="800100" indent="-342900" algn="l">
              <a:lnSpc>
                <a:spcPct val="100000"/>
              </a:lnSpc>
              <a:buFont typeface="+mj-lt"/>
              <a:buAutoNum type="alphaLcPeriod"/>
              <a:defRPr sz="1800" b="0">
                <a:solidFill>
                  <a:schemeClr val="bg1"/>
                </a:solidFill>
              </a:defRPr>
            </a:lvl2pPr>
            <a:lvl3pPr marL="1257300" indent="-342900" algn="l">
              <a:lnSpc>
                <a:spcPct val="100000"/>
              </a:lnSpc>
              <a:buFont typeface="+mj-lt"/>
              <a:buAutoNum type="arabicParenR"/>
              <a:defRPr sz="1800" b="0">
                <a:solidFill>
                  <a:schemeClr val="bg1"/>
                </a:solidFill>
              </a:defRPr>
            </a:lvl3pPr>
            <a:lvl4pPr marL="1371600" indent="0" algn="l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4pPr>
            <a:lvl5pPr marL="1828800" indent="0" algn="l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16A6579-772A-2413-3421-D81B094827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535329" y="5584370"/>
            <a:ext cx="1121343" cy="12736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EC36808-D4CC-459F-8441-90FF8F9F7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6999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CBC3FFE-6B9B-C940-4695-8ECFB61CE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81793" y="1273629"/>
            <a:ext cx="9628415" cy="431074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02229" y="1273628"/>
            <a:ext cx="4196442" cy="4310742"/>
          </a:xfrm>
        </p:spPr>
        <p:txBody>
          <a:bodyPr anchor="ctr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32ECDD1-6747-320D-D47E-711CFC7087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70714" y="0"/>
            <a:ext cx="1850572" cy="1281793"/>
          </a:xfrm>
          <a:prstGeom prst="rect">
            <a:avLst/>
          </a:prstGeom>
        </p:spPr>
        <p:txBody>
          <a:bodyPr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227A8F3-77BD-4D20-8F5B-317AC84E518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DA786E3-65C7-666A-13F5-2C60DD1FB8E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13382" y="1695450"/>
            <a:ext cx="4196442" cy="34671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None/>
              <a:defRPr lang="en-US" sz="1600" b="0" i="0" kern="1200" cap="all" spc="150" dirty="0">
                <a:solidFill>
                  <a:prstClr val="black"/>
                </a:solidFill>
                <a:latin typeface="+mj-lt"/>
                <a:ea typeface="+mn-ea"/>
                <a:cs typeface="+mn-cs"/>
              </a:defRPr>
            </a:lvl1pPr>
            <a:lvl2pPr marL="457200" indent="0" algn="l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2pPr>
            <a:lvl3pPr marL="914400" indent="0" algn="l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3pPr>
            <a:lvl4pPr marL="1371600" indent="0" algn="l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4pPr>
            <a:lvl5pPr marL="1828800" indent="0" algn="l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236AB69-E7C5-0CBE-44EC-DD7E2144AF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535329" y="5584370"/>
            <a:ext cx="1121343" cy="12736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EC36808-D4CC-459F-8441-90FF8F9F7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2413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17F52-9143-3FE8-9AD3-D745ABA1A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C073ED-F496-9A9E-E0FA-3EBEB8702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EF9C9-F840-F123-8E9C-AEBCDE023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A8F3-77BD-4D20-8F5B-317AC84E518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722AF-B5DD-092C-56AA-C0EF9E1A2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9EFA8-D6B5-3442-7059-6C49CA401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36808-D4CC-459F-8441-90FF8F9F7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6089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1143-339C-7FCF-9A19-223CDCB5B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01F09-BC0C-0D10-EFCF-E5C8F8DF1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80024-8B70-A949-62DA-16F8E4297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A8F3-77BD-4D20-8F5B-317AC84E518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E1CF2-1D75-DF13-4191-B1F4F56AF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E624F-5475-EFDF-0CD7-92243C7CD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36808-D4CC-459F-8441-90FF8F9F7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286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9"/>
            <a:ext cx="8946541" cy="3535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840021" y="3242542"/>
            <a:ext cx="3842435" cy="3729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044873" y="3045157"/>
            <a:ext cx="468313" cy="7676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00" b="1" i="0">
                <a:solidFill>
                  <a:schemeClr val="bg1"/>
                </a:solidFill>
              </a:defRPr>
            </a:lvl1pPr>
          </a:lstStyle>
          <a:p>
            <a:fld id="{6EC36808-D4CC-459F-8441-90FF8F9F7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5173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1"/>
        </a:buClr>
        <a:buSzPct val="80000"/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1"/>
        </a:buClr>
        <a:buSzPct val="80000"/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j-lt"/>
          <a:ea typeface="+mj-ea"/>
          <a:cs typeface="+mj-cs"/>
        </a:defRPr>
      </a:lvl2pPr>
      <a:lvl3pPr marL="12001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1"/>
        </a:buClr>
        <a:buSzPct val="80000"/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+mj-lt"/>
          <a:ea typeface="+mj-ea"/>
          <a:cs typeface="+mj-cs"/>
        </a:defRPr>
      </a:lvl3pPr>
      <a:lvl4pPr marL="16573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1"/>
        </a:buClr>
        <a:buSzPct val="80000"/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+mj-lt"/>
          <a:ea typeface="+mj-ea"/>
          <a:cs typeface="+mj-cs"/>
        </a:defRPr>
      </a:lvl4pPr>
      <a:lvl5pPr marL="21145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1"/>
        </a:buClr>
        <a:buSzPct val="80000"/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8.jpeg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microsoft.com/office/2007/relationships/hdphoto" Target="../media/hdphoto1.wdp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1130E-D424-BA48-E4F9-7B7A8AAC7D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Assessing functional tradeoffs in toxin-resistant Sierra garter snakes (</a:t>
            </a:r>
            <a:r>
              <a:rPr lang="en-US" sz="4400" i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Thamnophis couchii</a:t>
            </a:r>
            <a:r>
              <a:rPr lang="en-US" sz="4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F1B62D-F403-4DBA-EAAB-ACF2664DC9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Sage D Babish, Robert E del Carlo, Jessica S Reimche, Kelly E Robinson, Edmund D Brodie Jr., Edmund D Brodie III, Normand LeBlanc, Chris R Feldman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DE402D9-55DD-AC18-40E9-D751D3016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324" y="93663"/>
            <a:ext cx="3413760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May be an image of food">
            <a:extLst>
              <a:ext uri="{FF2B5EF4-FFF2-40B4-BE49-F238E27FC236}">
                <a16:creationId xmlns:a16="http://schemas.microsoft.com/office/drawing/2014/main" id="{313EFF1E-5883-2623-AF12-ED8997695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9696" y="93663"/>
            <a:ext cx="1097280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snake on a black background&#10;&#10;AI-generated content may be incorrect.">
            <a:extLst>
              <a:ext uri="{FF2B5EF4-FFF2-40B4-BE49-F238E27FC236}">
                <a16:creationId xmlns:a16="http://schemas.microsoft.com/office/drawing/2014/main" id="{A655E5CA-69CB-B887-E618-96A30445D1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585" y="5257800"/>
            <a:ext cx="7104829" cy="14675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55D291-F0B1-3C7A-BF28-A3826E5E9B61}"/>
              </a:ext>
            </a:extLst>
          </p:cNvPr>
          <p:cNvSpPr txBox="1"/>
          <p:nvPr/>
        </p:nvSpPr>
        <p:spPr>
          <a:xfrm>
            <a:off x="9154510" y="6581001"/>
            <a:ext cx="40438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Image Source: Gary Nafis</a:t>
            </a:r>
          </a:p>
        </p:txBody>
      </p:sp>
    </p:spTree>
    <p:extLst>
      <p:ext uri="{BB962C8B-B14F-4D97-AF65-F5344CB8AC3E}">
        <p14:creationId xmlns:p14="http://schemas.microsoft.com/office/powerpoint/2010/main" val="926802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F3E0-C80F-0489-6203-BBB6DCAEF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622"/>
            <a:ext cx="11033760" cy="1325563"/>
          </a:xfrm>
        </p:spPr>
        <p:txBody>
          <a:bodyPr/>
          <a:lstStyle/>
          <a:p>
            <a:pPr algn="ctr"/>
            <a:r>
              <a:rPr lang="en-US" sz="3600" dirty="0"/>
              <a:t>The Garter Snake-Newt Coevolutionary System</a:t>
            </a:r>
          </a:p>
        </p:txBody>
      </p:sp>
      <p:pic>
        <p:nvPicPr>
          <p:cNvPr id="4" name="Picture 4" descr="Ts_eat_sm1">
            <a:extLst>
              <a:ext uri="{FF2B5EF4-FFF2-40B4-BE49-F238E27FC236}">
                <a16:creationId xmlns:a16="http://schemas.microsoft.com/office/drawing/2014/main" id="{EE21B0AC-16A3-24C8-9843-980C2B16D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51986" y="1726771"/>
            <a:ext cx="2876865" cy="1888537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5" descr="5832h">
            <a:extLst>
              <a:ext uri="{FF2B5EF4-FFF2-40B4-BE49-F238E27FC236}">
                <a16:creationId xmlns:a16="http://schemas.microsoft.com/office/drawing/2014/main" id="{7C0431F3-70E7-CDE1-B859-5EAAC9540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51986" y="4290905"/>
            <a:ext cx="2876865" cy="2158245"/>
          </a:xfrm>
          <a:prstGeom prst="rect">
            <a:avLst/>
          </a:prstGeom>
          <a:noFill/>
          <a:ln w="50800">
            <a:solidFill>
              <a:srgbClr val="0080FF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T">
            <a:extLst>
              <a:ext uri="{FF2B5EF4-FFF2-40B4-BE49-F238E27FC236}">
                <a16:creationId xmlns:a16="http://schemas.microsoft.com/office/drawing/2014/main" id="{6023F218-CDA4-38EC-454C-C017A9D30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85130" y="2944513"/>
            <a:ext cx="2876865" cy="2160031"/>
          </a:xfrm>
          <a:prstGeom prst="rect">
            <a:avLst/>
          </a:prstGeom>
          <a:noFill/>
          <a:ln w="50800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94C45EA7-AD32-6AD3-2BB4-F33B6C511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632" y="1921937"/>
            <a:ext cx="2886396" cy="1927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5" descr="ttsierraedefense">
            <a:extLst>
              <a:ext uri="{FF2B5EF4-FFF2-40B4-BE49-F238E27FC236}">
                <a16:creationId xmlns:a16="http://schemas.microsoft.com/office/drawing/2014/main" id="{1347AFA8-AA7E-98FC-2A78-6A28B482D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4398" y="4268369"/>
            <a:ext cx="2876865" cy="2164654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D54328-D6D6-C6D4-2094-FBDCF4AEEBE4}"/>
              </a:ext>
            </a:extLst>
          </p:cNvPr>
          <p:cNvSpPr txBox="1"/>
          <p:nvPr/>
        </p:nvSpPr>
        <p:spPr>
          <a:xfrm>
            <a:off x="195590" y="1098018"/>
            <a:ext cx="41944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The Prey: Toxic </a:t>
            </a:r>
            <a:r>
              <a:rPr lang="en-US" sz="2000" i="1" dirty="0">
                <a:solidFill>
                  <a:schemeClr val="bg1"/>
                </a:solidFill>
              </a:rPr>
              <a:t>Taricha </a:t>
            </a:r>
            <a:r>
              <a:rPr lang="en-US" sz="2000" dirty="0">
                <a:solidFill>
                  <a:schemeClr val="bg1"/>
                </a:solidFill>
              </a:rPr>
              <a:t>Newts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7FEFEA-2553-DA07-B33E-9C0A9BC67268}"/>
              </a:ext>
            </a:extLst>
          </p:cNvPr>
          <p:cNvSpPr txBox="1"/>
          <p:nvPr/>
        </p:nvSpPr>
        <p:spPr>
          <a:xfrm>
            <a:off x="4819960" y="1098018"/>
            <a:ext cx="75841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The Predators: Toxin-Resistant Garter Snakes (</a:t>
            </a:r>
            <a:r>
              <a:rPr lang="en-US" sz="2000" i="1" dirty="0">
                <a:solidFill>
                  <a:schemeClr val="bg1"/>
                </a:solidFill>
              </a:rPr>
              <a:t>Thamnophis)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FD6136-C141-234C-CA68-66307CD34050}"/>
              </a:ext>
            </a:extLst>
          </p:cNvPr>
          <p:cNvSpPr txBox="1"/>
          <p:nvPr/>
        </p:nvSpPr>
        <p:spPr>
          <a:xfrm>
            <a:off x="854398" y="3812186"/>
            <a:ext cx="2876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bg1"/>
                </a:solidFill>
              </a:rPr>
              <a:t>Ta. granulosa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EDE9BA-E757-EC47-3702-D9EB09AEACD0}"/>
              </a:ext>
            </a:extLst>
          </p:cNvPr>
          <p:cNvSpPr txBox="1"/>
          <p:nvPr/>
        </p:nvSpPr>
        <p:spPr>
          <a:xfrm>
            <a:off x="854398" y="6404286"/>
            <a:ext cx="2876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bg1"/>
                </a:solidFill>
              </a:rPr>
              <a:t>Ta. </a:t>
            </a:r>
            <a:r>
              <a:rPr lang="en-US" i="1" dirty="0" err="1">
                <a:solidFill>
                  <a:schemeClr val="bg1"/>
                </a:solidFill>
              </a:rPr>
              <a:t>sierrae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FC95C2-08DA-8CB0-0F23-6D27D4DC9B9D}"/>
              </a:ext>
            </a:extLst>
          </p:cNvPr>
          <p:cNvSpPr txBox="1"/>
          <p:nvPr/>
        </p:nvSpPr>
        <p:spPr>
          <a:xfrm>
            <a:off x="8951986" y="3672808"/>
            <a:ext cx="2876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bg1"/>
                </a:solidFill>
              </a:rPr>
              <a:t>Th. </a:t>
            </a:r>
            <a:r>
              <a:rPr lang="en-US" i="1" dirty="0" err="1">
                <a:solidFill>
                  <a:schemeClr val="bg1"/>
                </a:solidFill>
              </a:rPr>
              <a:t>sirtalis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8DD905-360C-7FF6-C68A-3DE9F13FEC0D}"/>
              </a:ext>
            </a:extLst>
          </p:cNvPr>
          <p:cNvSpPr txBox="1"/>
          <p:nvPr/>
        </p:nvSpPr>
        <p:spPr>
          <a:xfrm>
            <a:off x="5485130" y="5182168"/>
            <a:ext cx="2876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bg1"/>
                </a:solidFill>
              </a:rPr>
              <a:t>Th. couchii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A08D90-F27A-820F-C5D6-A5968EFA4933}"/>
              </a:ext>
            </a:extLst>
          </p:cNvPr>
          <p:cNvSpPr txBox="1"/>
          <p:nvPr/>
        </p:nvSpPr>
        <p:spPr>
          <a:xfrm>
            <a:off x="8951986" y="6500142"/>
            <a:ext cx="2876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bg1"/>
                </a:solidFill>
              </a:rPr>
              <a:t>Th. atratus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ADD58B-B3D4-5A57-A5EF-9491729EDF9C}"/>
              </a:ext>
            </a:extLst>
          </p:cNvPr>
          <p:cNvSpPr txBox="1"/>
          <p:nvPr/>
        </p:nvSpPr>
        <p:spPr>
          <a:xfrm>
            <a:off x="4671935" y="6575240"/>
            <a:ext cx="3940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Brodie 1968; Feldman et al 2009; </a:t>
            </a:r>
            <a:r>
              <a:rPr lang="en-US" sz="1200" dirty="0" err="1">
                <a:solidFill>
                  <a:schemeClr val="bg1"/>
                </a:solidFill>
              </a:rPr>
              <a:t>etc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846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F582550-EFCF-F94B-9DC3-0CA942158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7090" y="1074676"/>
            <a:ext cx="3632509" cy="2644141"/>
          </a:xfrm>
          <a:prstGeom prst="rect">
            <a:avLst/>
          </a:prstGeom>
        </p:spPr>
      </p:pic>
      <p:pic>
        <p:nvPicPr>
          <p:cNvPr id="10" name="Picture 9" descr="A structure of a molecule&#10;&#10;AI-generated content may be incorrect.">
            <a:extLst>
              <a:ext uri="{FF2B5EF4-FFF2-40B4-BE49-F238E27FC236}">
                <a16:creationId xmlns:a16="http://schemas.microsoft.com/office/drawing/2014/main" id="{ED7833FE-BFD5-A8DD-059B-F19B968EE1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849" y="967739"/>
            <a:ext cx="3305176" cy="26441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9976820-DEBA-B81C-20F0-1F58BAE07A2A}"/>
              </a:ext>
            </a:extLst>
          </p:cNvPr>
          <p:cNvSpPr txBox="1"/>
          <p:nvPr/>
        </p:nvSpPr>
        <p:spPr>
          <a:xfrm>
            <a:off x="870585" y="3257152"/>
            <a:ext cx="2606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Tetrodotoxin (TTX)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CFE9DA-976F-3CE5-4529-2B8446AA5A7C}"/>
              </a:ext>
            </a:extLst>
          </p:cNvPr>
          <p:cNvSpPr txBox="1"/>
          <p:nvPr/>
        </p:nvSpPr>
        <p:spPr>
          <a:xfrm>
            <a:off x="9005107" y="3718817"/>
            <a:ext cx="2606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Sodium Channels (Nav Proteins)</a:t>
            </a:r>
          </a:p>
        </p:txBody>
      </p:sp>
      <p:sp>
        <p:nvSpPr>
          <p:cNvPr id="14" name="Arrow: Bent-Up 13">
            <a:extLst>
              <a:ext uri="{FF2B5EF4-FFF2-40B4-BE49-F238E27FC236}">
                <a16:creationId xmlns:a16="http://schemas.microsoft.com/office/drawing/2014/main" id="{25AFA282-B3EF-7D7D-3336-99C9AD481CC5}"/>
              </a:ext>
            </a:extLst>
          </p:cNvPr>
          <p:cNvSpPr/>
          <p:nvPr/>
        </p:nvSpPr>
        <p:spPr>
          <a:xfrm rot="10800000" flipH="1">
            <a:off x="3863425" y="2061504"/>
            <a:ext cx="1706880" cy="1367496"/>
          </a:xfrm>
          <a:prstGeom prst="bentUpArrow">
            <a:avLst>
              <a:gd name="adj1" fmla="val 12703"/>
              <a:gd name="adj2" fmla="val 25000"/>
              <a:gd name="adj3" fmla="val 2500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182E33-6575-9EA7-9B5C-9935610213B7}"/>
              </a:ext>
            </a:extLst>
          </p:cNvPr>
          <p:cNvSpPr txBox="1"/>
          <p:nvPr/>
        </p:nvSpPr>
        <p:spPr>
          <a:xfrm>
            <a:off x="0" y="6396335"/>
            <a:ext cx="4043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American Chemical Society; Tikhonov and </a:t>
            </a:r>
            <a:r>
              <a:rPr lang="en-US" sz="1200" dirty="0" err="1">
                <a:solidFill>
                  <a:schemeClr val="bg1"/>
                </a:solidFill>
              </a:rPr>
              <a:t>Zhorov</a:t>
            </a:r>
            <a:r>
              <a:rPr lang="en-US" sz="1200" dirty="0">
                <a:solidFill>
                  <a:schemeClr val="bg1"/>
                </a:solidFill>
              </a:rPr>
              <a:t> 2005; Fozzard and Lipkind 2010</a:t>
            </a:r>
          </a:p>
        </p:txBody>
      </p:sp>
      <p:sp>
        <p:nvSpPr>
          <p:cNvPr id="2" name="Arrow: Bent-Up 1">
            <a:extLst>
              <a:ext uri="{FF2B5EF4-FFF2-40B4-BE49-F238E27FC236}">
                <a16:creationId xmlns:a16="http://schemas.microsoft.com/office/drawing/2014/main" id="{8AFF328F-CC9F-E587-B8F0-C044B7BF95C3}"/>
              </a:ext>
            </a:extLst>
          </p:cNvPr>
          <p:cNvSpPr/>
          <p:nvPr/>
        </p:nvSpPr>
        <p:spPr>
          <a:xfrm rot="10800000">
            <a:off x="6956383" y="2061504"/>
            <a:ext cx="1706880" cy="1367496"/>
          </a:xfrm>
          <a:prstGeom prst="bentUpArrow">
            <a:avLst>
              <a:gd name="adj1" fmla="val 12703"/>
              <a:gd name="adj2" fmla="val 25000"/>
              <a:gd name="adj3" fmla="val 2500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34B4607-C7C5-9135-733A-2CC5F1219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387" y="156037"/>
            <a:ext cx="11033760" cy="1325563"/>
          </a:xfrm>
        </p:spPr>
        <p:txBody>
          <a:bodyPr/>
          <a:lstStyle/>
          <a:p>
            <a:pPr algn="ctr"/>
            <a:r>
              <a:rPr lang="en-US" sz="3600" dirty="0"/>
              <a:t>Tetrodotoxin: A Potent Anti-Predator Defense</a:t>
            </a:r>
          </a:p>
        </p:txBody>
      </p:sp>
      <p:pic>
        <p:nvPicPr>
          <p:cNvPr id="3074" name="Picture 2" descr="Shi&amp;06_Nat">
            <a:extLst>
              <a:ext uri="{FF2B5EF4-FFF2-40B4-BE49-F238E27FC236}">
                <a16:creationId xmlns:a16="http://schemas.microsoft.com/office/drawing/2014/main" id="{820FE550-999E-EAD3-3F8E-3C2A20133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7597" y="781197"/>
            <a:ext cx="3012656" cy="3475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7" descr="Nav1">
            <a:extLst>
              <a:ext uri="{FF2B5EF4-FFF2-40B4-BE49-F238E27FC236}">
                <a16:creationId xmlns:a16="http://schemas.microsoft.com/office/drawing/2014/main" id="{0ADF0A49-B7BB-C08D-E4A2-3F91D1819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7387" y="4142443"/>
            <a:ext cx="10711076" cy="248472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2069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animBg="1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7" descr="Nav1">
            <a:extLst>
              <a:ext uri="{FF2B5EF4-FFF2-40B4-BE49-F238E27FC236}">
                <a16:creationId xmlns:a16="http://schemas.microsoft.com/office/drawing/2014/main" id="{2AD96225-0564-6C73-C8B8-31A043538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0462" y="2617561"/>
            <a:ext cx="10711076" cy="248472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6F58CDF-46C6-763A-9C3B-166BDE290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366" y="198083"/>
            <a:ext cx="11286809" cy="1400530"/>
          </a:xfrm>
        </p:spPr>
        <p:txBody>
          <a:bodyPr/>
          <a:lstStyle/>
          <a:p>
            <a:pPr algn="ctr"/>
            <a:r>
              <a:rPr lang="en-US" dirty="0"/>
              <a:t>Mechanism of Resistance: Sodium Channel Mutations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C87C51-C908-B220-1825-96CDEC79A81D}"/>
              </a:ext>
            </a:extLst>
          </p:cNvPr>
          <p:cNvSpPr txBox="1"/>
          <p:nvPr/>
        </p:nvSpPr>
        <p:spPr>
          <a:xfrm>
            <a:off x="0" y="6521417"/>
            <a:ext cx="3940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Feldman et al 2012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D32B5A-3A2D-F63A-C567-B7643510B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968" y="2474625"/>
            <a:ext cx="11766032" cy="2770595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09D5CA9-77EC-8DD9-5617-CA985E008B2F}"/>
              </a:ext>
            </a:extLst>
          </p:cNvPr>
          <p:cNvCxnSpPr>
            <a:cxnSpLocks/>
          </p:cNvCxnSpPr>
          <p:nvPr/>
        </p:nvCxnSpPr>
        <p:spPr>
          <a:xfrm flipV="1">
            <a:off x="6810703" y="4017758"/>
            <a:ext cx="634376" cy="1529616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1423C0F-45F7-B43F-5E87-9CB19E3A03ED}"/>
              </a:ext>
            </a:extLst>
          </p:cNvPr>
          <p:cNvCxnSpPr>
            <a:cxnSpLocks/>
          </p:cNvCxnSpPr>
          <p:nvPr/>
        </p:nvCxnSpPr>
        <p:spPr>
          <a:xfrm flipH="1">
            <a:off x="10037379" y="1728200"/>
            <a:ext cx="546538" cy="1162256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3832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5BECB-3502-D435-69DB-F105211D1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82" y="317648"/>
            <a:ext cx="10571618" cy="1400530"/>
          </a:xfrm>
        </p:spPr>
        <p:txBody>
          <a:bodyPr/>
          <a:lstStyle/>
          <a:p>
            <a:pPr algn="ctr"/>
            <a:r>
              <a:rPr lang="en-US" sz="3600" dirty="0"/>
              <a:t>The Resistance-Performance Trade-Off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7B5B2CE-E26A-8AA1-C15F-2AEC5D9BFFCB}"/>
              </a:ext>
            </a:extLst>
          </p:cNvPr>
          <p:cNvGrpSpPr/>
          <p:nvPr/>
        </p:nvGrpSpPr>
        <p:grpSpPr>
          <a:xfrm>
            <a:off x="2778816" y="1520845"/>
            <a:ext cx="6453351" cy="4157369"/>
            <a:chOff x="2795752" y="1152983"/>
            <a:chExt cx="6453351" cy="415736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B30C7D0-53AF-5C13-9FAE-B74DDC136B7C}"/>
                </a:ext>
              </a:extLst>
            </p:cNvPr>
            <p:cNvSpPr/>
            <p:nvPr/>
          </p:nvSpPr>
          <p:spPr>
            <a:xfrm>
              <a:off x="2957492" y="1547648"/>
              <a:ext cx="5948855" cy="376270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3C83B50-81D3-F5A9-5963-A40217B54AF5}"/>
                </a:ext>
              </a:extLst>
            </p:cNvPr>
            <p:cNvSpPr/>
            <p:nvPr/>
          </p:nvSpPr>
          <p:spPr>
            <a:xfrm>
              <a:off x="2795752" y="1152983"/>
              <a:ext cx="6453351" cy="41305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B420185-DBE3-E99C-9CB1-BF943EDD5525}"/>
              </a:ext>
            </a:extLst>
          </p:cNvPr>
          <p:cNvSpPr txBox="1"/>
          <p:nvPr/>
        </p:nvSpPr>
        <p:spPr>
          <a:xfrm>
            <a:off x="3414691" y="5760385"/>
            <a:ext cx="518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TTX Resistance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E4BF53-C92A-AE0E-7EB6-4D65582EBEF2}"/>
              </a:ext>
            </a:extLst>
          </p:cNvPr>
          <p:cNvSpPr txBox="1"/>
          <p:nvPr/>
        </p:nvSpPr>
        <p:spPr>
          <a:xfrm rot="5400000">
            <a:off x="6655088" y="3358836"/>
            <a:ext cx="518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2"/>
                </a:solidFill>
              </a:rPr>
              <a:t>Sodium Channel </a:t>
            </a:r>
          </a:p>
          <a:p>
            <a:pPr algn="ctr"/>
            <a:r>
              <a:rPr lang="en-US" sz="2000" dirty="0">
                <a:solidFill>
                  <a:schemeClr val="accent2"/>
                </a:solidFill>
              </a:rPr>
              <a:t>Performance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77EFF5-E1F0-5993-2308-BFC28E25875A}"/>
              </a:ext>
            </a:extLst>
          </p:cNvPr>
          <p:cNvSpPr txBox="1"/>
          <p:nvPr/>
        </p:nvSpPr>
        <p:spPr>
          <a:xfrm rot="16200000">
            <a:off x="-85057" y="3442919"/>
            <a:ext cx="518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/>
                </a:solidFill>
              </a:rPr>
              <a:t>Ability to Eat Newts</a:t>
            </a:r>
          </a:p>
          <a:p>
            <a:pPr algn="ctr"/>
            <a:r>
              <a:rPr lang="en-US" sz="2000" dirty="0">
                <a:solidFill>
                  <a:schemeClr val="accent1"/>
                </a:solidFill>
              </a:rPr>
              <a:t>(Utilize Resources)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7FD03F0-5D75-B225-705C-F24F74F65701}"/>
              </a:ext>
            </a:extLst>
          </p:cNvPr>
          <p:cNvCxnSpPr/>
          <p:nvPr/>
        </p:nvCxnSpPr>
        <p:spPr>
          <a:xfrm flipV="1">
            <a:off x="3414691" y="2186152"/>
            <a:ext cx="4856950" cy="30795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5E080CA-2953-1F51-EC8B-BAE852086E66}"/>
              </a:ext>
            </a:extLst>
          </p:cNvPr>
          <p:cNvCxnSpPr>
            <a:cxnSpLocks/>
          </p:cNvCxnSpPr>
          <p:nvPr/>
        </p:nvCxnSpPr>
        <p:spPr>
          <a:xfrm>
            <a:off x="3476988" y="2186152"/>
            <a:ext cx="4794653" cy="3088468"/>
          </a:xfrm>
          <a:prstGeom prst="line">
            <a:avLst/>
          </a:prstGeom>
          <a:ln w="57150">
            <a:solidFill>
              <a:schemeClr val="accent2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222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EAA1D-501B-B988-28E7-7A86B0DEA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1A9A8-BDD0-75D7-D562-D781B7E29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82" y="317648"/>
            <a:ext cx="10571618" cy="1400530"/>
          </a:xfrm>
        </p:spPr>
        <p:txBody>
          <a:bodyPr/>
          <a:lstStyle/>
          <a:p>
            <a:pPr algn="ctr"/>
            <a:r>
              <a:rPr lang="en-US" sz="3600" dirty="0"/>
              <a:t>The Resistance-Performance Trade-Off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BD7B7E7-F21F-BF43-1AF4-DA20F705575C}"/>
              </a:ext>
            </a:extLst>
          </p:cNvPr>
          <p:cNvGrpSpPr/>
          <p:nvPr/>
        </p:nvGrpSpPr>
        <p:grpSpPr>
          <a:xfrm>
            <a:off x="474230" y="1534512"/>
            <a:ext cx="5699423" cy="4085896"/>
            <a:chOff x="1948251" y="1121980"/>
            <a:chExt cx="7884207" cy="526568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F38FA91-4ACB-ADA5-C662-764B22AB7190}"/>
                </a:ext>
              </a:extLst>
            </p:cNvPr>
            <p:cNvGrpSpPr/>
            <p:nvPr/>
          </p:nvGrpSpPr>
          <p:grpSpPr>
            <a:xfrm>
              <a:off x="2778816" y="1520845"/>
              <a:ext cx="6453351" cy="4157369"/>
              <a:chOff x="2795752" y="1152983"/>
              <a:chExt cx="6453351" cy="4157369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FCE9221-4D9E-2961-73C1-9301492916E8}"/>
                  </a:ext>
                </a:extLst>
              </p:cNvPr>
              <p:cNvSpPr/>
              <p:nvPr/>
            </p:nvSpPr>
            <p:spPr>
              <a:xfrm>
                <a:off x="2957492" y="1547648"/>
                <a:ext cx="5948855" cy="376270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80A1002-A891-3818-A8D5-6AC0C8D75511}"/>
                  </a:ext>
                </a:extLst>
              </p:cNvPr>
              <p:cNvSpPr/>
              <p:nvPr/>
            </p:nvSpPr>
            <p:spPr>
              <a:xfrm>
                <a:off x="2795752" y="1152983"/>
                <a:ext cx="6453351" cy="41305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6E7FB6-D171-7AF0-8468-99E4F5F0F6AC}"/>
                </a:ext>
              </a:extLst>
            </p:cNvPr>
            <p:cNvSpPr txBox="1"/>
            <p:nvPr/>
          </p:nvSpPr>
          <p:spPr>
            <a:xfrm>
              <a:off x="3414691" y="5760385"/>
              <a:ext cx="5181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TTX Resistance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5022B51-A6DE-6B72-106B-6408D4DA7D40}"/>
                </a:ext>
              </a:extLst>
            </p:cNvPr>
            <p:cNvSpPr txBox="1"/>
            <p:nvPr/>
          </p:nvSpPr>
          <p:spPr>
            <a:xfrm rot="5400000">
              <a:off x="6887715" y="3358836"/>
              <a:ext cx="5181600" cy="707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2"/>
                  </a:solidFill>
                </a:rPr>
                <a:t>Sodium Channel </a:t>
              </a:r>
            </a:p>
            <a:p>
              <a:pPr algn="ctr"/>
              <a:r>
                <a:rPr lang="en-US" sz="2000" dirty="0">
                  <a:solidFill>
                    <a:schemeClr val="accent2"/>
                  </a:solidFill>
                </a:rPr>
                <a:t>Performance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17BB442-8133-DDB4-4E46-FEE76639A7CD}"/>
                </a:ext>
              </a:extLst>
            </p:cNvPr>
            <p:cNvSpPr txBox="1"/>
            <p:nvPr/>
          </p:nvSpPr>
          <p:spPr>
            <a:xfrm rot="16200000">
              <a:off x="-288605" y="3442919"/>
              <a:ext cx="5181600" cy="707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1"/>
                  </a:solidFill>
                </a:rPr>
                <a:t>Ability to Eat Newts</a:t>
              </a:r>
            </a:p>
            <a:p>
              <a:pPr algn="ctr"/>
              <a:r>
                <a:rPr lang="en-US" sz="2000" dirty="0">
                  <a:solidFill>
                    <a:schemeClr val="accent1"/>
                  </a:solidFill>
                </a:rPr>
                <a:t>(Utilize Resources)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40322F8-EB0E-5F91-EEF9-88218090B459}"/>
                </a:ext>
              </a:extLst>
            </p:cNvPr>
            <p:cNvCxnSpPr/>
            <p:nvPr/>
          </p:nvCxnSpPr>
          <p:spPr>
            <a:xfrm flipV="1">
              <a:off x="3414691" y="2186152"/>
              <a:ext cx="4856950" cy="3079531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96988C8-450A-99F1-A499-F07BCDACF143}"/>
                </a:ext>
              </a:extLst>
            </p:cNvPr>
            <p:cNvCxnSpPr>
              <a:cxnSpLocks/>
            </p:cNvCxnSpPr>
            <p:nvPr/>
          </p:nvCxnSpPr>
          <p:spPr>
            <a:xfrm>
              <a:off x="3476988" y="2186152"/>
              <a:ext cx="4794653" cy="3088468"/>
            </a:xfrm>
            <a:prstGeom prst="line">
              <a:avLst/>
            </a:prstGeom>
            <a:ln w="57150">
              <a:solidFill>
                <a:schemeClr val="accent2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2">
            <a:extLst>
              <a:ext uri="{FF2B5EF4-FFF2-40B4-BE49-F238E27FC236}">
                <a16:creationId xmlns:a16="http://schemas.microsoft.com/office/drawing/2014/main" id="{F9439C32-3366-E98F-2207-6F28E67220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5894" y="1313932"/>
            <a:ext cx="2971800" cy="2092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BFBF01-1C90-ED75-D2A8-2EDCDFE9D081}"/>
              </a:ext>
            </a:extLst>
          </p:cNvPr>
          <p:cNvSpPr txBox="1"/>
          <p:nvPr/>
        </p:nvSpPr>
        <p:spPr>
          <a:xfrm>
            <a:off x="7988319" y="3429000"/>
            <a:ext cx="2482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bg1"/>
                </a:solidFill>
              </a:rPr>
              <a:t>Th. </a:t>
            </a:r>
            <a:r>
              <a:rPr lang="en-US" i="1" dirty="0" err="1">
                <a:solidFill>
                  <a:schemeClr val="bg1"/>
                </a:solidFill>
              </a:rPr>
              <a:t>sirtalis</a:t>
            </a:r>
            <a:endParaRPr lang="en-US" i="1" dirty="0">
              <a:solidFill>
                <a:schemeClr val="bg1"/>
              </a:solidFill>
            </a:endParaRPr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C9C791C8-7B37-A860-F29B-687444751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4093" y="3820757"/>
            <a:ext cx="2933601" cy="2113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8C0EB32-913D-222C-9770-290B96F969E7}"/>
              </a:ext>
            </a:extLst>
          </p:cNvPr>
          <p:cNvSpPr txBox="1"/>
          <p:nvPr/>
        </p:nvSpPr>
        <p:spPr>
          <a:xfrm>
            <a:off x="7232749" y="5894021"/>
            <a:ext cx="39939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LVNV mutations carry performance trade-off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03DD27-B638-4F2F-3DDF-EF1AE6778BED}"/>
              </a:ext>
            </a:extLst>
          </p:cNvPr>
          <p:cNvSpPr txBox="1"/>
          <p:nvPr/>
        </p:nvSpPr>
        <p:spPr>
          <a:xfrm>
            <a:off x="-52756" y="6380605"/>
            <a:ext cx="3174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Feldman et al 2009; Lee et al 2011; Hague et al 2018; del Carlo et al 2024</a:t>
            </a:r>
          </a:p>
        </p:txBody>
      </p:sp>
    </p:spTree>
    <p:extLst>
      <p:ext uri="{BB962C8B-B14F-4D97-AF65-F5344CB8AC3E}">
        <p14:creationId xmlns:p14="http://schemas.microsoft.com/office/powerpoint/2010/main" val="2859356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B01C4D5-6A7C-5F13-5496-3C3DA32B7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7388" y="1280509"/>
            <a:ext cx="4642945" cy="3345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35CBD8-7B13-218C-061E-8514E3640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073"/>
            <a:ext cx="10515600" cy="1325563"/>
          </a:xfrm>
        </p:spPr>
        <p:txBody>
          <a:bodyPr/>
          <a:lstStyle/>
          <a:p>
            <a:pPr algn="ctr"/>
            <a:r>
              <a:rPr lang="en-US" sz="3600" dirty="0"/>
              <a:t>Study System: The Sierra garter snake (</a:t>
            </a:r>
            <a:r>
              <a:rPr lang="en-US" sz="3600" i="1" dirty="0"/>
              <a:t>Thamnophis couchii)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F46659-81A1-9D00-80F4-1DF6FF4F343A}"/>
              </a:ext>
            </a:extLst>
          </p:cNvPr>
          <p:cNvSpPr txBox="1"/>
          <p:nvPr/>
        </p:nvSpPr>
        <p:spPr>
          <a:xfrm>
            <a:off x="7104966" y="4780507"/>
            <a:ext cx="43197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M→T mutation reduces TTX binding 15-fold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Same mutation found in TTX-bearing pufferfish and </a:t>
            </a:r>
            <a:r>
              <a:rPr lang="en-US" i="1" dirty="0">
                <a:solidFill>
                  <a:schemeClr val="bg1"/>
                </a:solidFill>
              </a:rPr>
              <a:t>Taricha </a:t>
            </a:r>
            <a:r>
              <a:rPr lang="en-US" dirty="0">
                <a:solidFill>
                  <a:schemeClr val="bg1"/>
                </a:solidFill>
              </a:rPr>
              <a:t>newts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CFD520-9D6F-9D45-1350-F888B269DA71}"/>
              </a:ext>
            </a:extLst>
          </p:cNvPr>
          <p:cNvSpPr txBox="1"/>
          <p:nvPr/>
        </p:nvSpPr>
        <p:spPr>
          <a:xfrm>
            <a:off x="6821189" y="6396335"/>
            <a:ext cx="48137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Feldman et al 2009; Tikhonov and </a:t>
            </a:r>
            <a:r>
              <a:rPr lang="en-US" sz="1200" dirty="0" err="1">
                <a:solidFill>
                  <a:schemeClr val="bg1"/>
                </a:solidFill>
              </a:rPr>
              <a:t>Zhorov</a:t>
            </a:r>
            <a:r>
              <a:rPr lang="en-US" sz="1200" dirty="0">
                <a:solidFill>
                  <a:schemeClr val="bg1"/>
                </a:solidFill>
              </a:rPr>
              <a:t> 2005; Jost et al 2008; Hanifin and Gilley 2015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71527ADE-6770-D4DE-4588-119B17264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4479" y="1518251"/>
            <a:ext cx="2733675" cy="441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D4313AB-34FB-20B0-109D-15804784B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7" y="1524000"/>
            <a:ext cx="2286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1E6C98-6EFD-8DAF-A4A0-70694EDDC8FF}"/>
              </a:ext>
            </a:extLst>
          </p:cNvPr>
          <p:cNvSpPr txBox="1"/>
          <p:nvPr/>
        </p:nvSpPr>
        <p:spPr>
          <a:xfrm>
            <a:off x="70313" y="3723288"/>
            <a:ext cx="34487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Sympatric with </a:t>
            </a:r>
            <a:r>
              <a:rPr lang="en-US" i="1" dirty="0">
                <a:solidFill>
                  <a:schemeClr val="bg1"/>
                </a:solidFill>
              </a:rPr>
              <a:t>Ta. </a:t>
            </a:r>
            <a:r>
              <a:rPr lang="en-US" i="1" dirty="0" err="1">
                <a:solidFill>
                  <a:schemeClr val="bg1"/>
                </a:solidFill>
              </a:rPr>
              <a:t>sierrae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and</a:t>
            </a:r>
            <a:r>
              <a:rPr lang="en-US" i="1" dirty="0">
                <a:solidFill>
                  <a:schemeClr val="bg1"/>
                </a:solidFill>
              </a:rPr>
              <a:t> Ta. </a:t>
            </a:r>
            <a:r>
              <a:rPr lang="en-US" i="1" dirty="0" err="1">
                <a:solidFill>
                  <a:schemeClr val="bg1"/>
                </a:solidFill>
              </a:rPr>
              <a:t>torosa</a:t>
            </a:r>
            <a:endParaRPr lang="en-US" i="1" dirty="0">
              <a:solidFill>
                <a:schemeClr val="bg1"/>
              </a:solidFill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Fixed for M→T mutation in </a:t>
            </a:r>
            <a:r>
              <a:rPr lang="en-US" i="1" dirty="0">
                <a:solidFill>
                  <a:schemeClr val="bg1"/>
                </a:solidFill>
              </a:rPr>
              <a:t>SCN4A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155CE1-DD0B-2255-DE0E-BF319A854CBE}"/>
              </a:ext>
            </a:extLst>
          </p:cNvPr>
          <p:cNvSpPr txBox="1"/>
          <p:nvPr/>
        </p:nvSpPr>
        <p:spPr>
          <a:xfrm>
            <a:off x="1014223" y="6488667"/>
            <a:ext cx="48137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Feldman et al 2012; Reimche et al 2022</a:t>
            </a:r>
          </a:p>
        </p:txBody>
      </p:sp>
    </p:spTree>
    <p:extLst>
      <p:ext uri="{BB962C8B-B14F-4D97-AF65-F5344CB8AC3E}">
        <p14:creationId xmlns:p14="http://schemas.microsoft.com/office/powerpoint/2010/main" val="105854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/>
      <p:bldP spid="9" grpId="0" build="p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E5C9952-3510-D93D-EC8E-5771C51BE1D1}"/>
              </a:ext>
            </a:extLst>
          </p:cNvPr>
          <p:cNvSpPr txBox="1"/>
          <p:nvPr/>
        </p:nvSpPr>
        <p:spPr>
          <a:xfrm>
            <a:off x="1066800" y="1997839"/>
            <a:ext cx="1005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F7304AF-FD10-F769-5B5C-2AB237055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4849"/>
            <a:ext cx="12192000" cy="1400530"/>
          </a:xfrm>
        </p:spPr>
        <p:txBody>
          <a:bodyPr/>
          <a:lstStyle/>
          <a:p>
            <a:pPr algn="ctr"/>
            <a:r>
              <a:rPr lang="en-US" dirty="0"/>
              <a:t>Research Questions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2C7416E-4F85-800C-8B05-0703FD4CE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9"/>
            <a:ext cx="9943060" cy="353508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/>
              <a:t>Do all TTX resistance-conferring mutations have pleiotropic effects/come with trade-offs?</a:t>
            </a:r>
            <a:br>
              <a:rPr lang="en-US" sz="3200" dirty="0"/>
            </a:br>
            <a:r>
              <a:rPr lang="en-US" sz="3200" dirty="0"/>
              <a:t> </a:t>
            </a:r>
          </a:p>
          <a:p>
            <a:pPr marL="0" indent="0" algn="ctr">
              <a:buNone/>
            </a:pPr>
            <a:br>
              <a:rPr lang="en-US" sz="3200" dirty="0"/>
            </a:br>
            <a:r>
              <a:rPr lang="en-US" sz="3200" dirty="0"/>
              <a:t>How do these trade-offs influence the outcomes of coevolutionary interactions?</a:t>
            </a:r>
          </a:p>
          <a:p>
            <a:pPr marL="0" indent="0" algn="ctr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15771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B22FA-6777-6BA8-1D4B-EFF9596AF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2440"/>
            <a:ext cx="12192000" cy="1400530"/>
          </a:xfrm>
        </p:spPr>
        <p:txBody>
          <a:bodyPr/>
          <a:lstStyle/>
          <a:p>
            <a:pPr algn="ctr"/>
            <a:r>
              <a:rPr lang="en-US" sz="3600" dirty="0"/>
              <a:t>Approach 1: Assess sodium channel function with patch-clamp electrophysiology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29767E-B976-5A0C-9A40-149C877684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835" y="1765517"/>
            <a:ext cx="3781754" cy="2644275"/>
          </a:xfrm>
          <a:prstGeom prst="rect">
            <a:avLst/>
          </a:prstGeom>
          <a:effectLst>
            <a:softEdge rad="254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B4EE11-B8F5-1564-F0C1-3D7D77DCA1B8}"/>
              </a:ext>
            </a:extLst>
          </p:cNvPr>
          <p:cNvSpPr txBox="1"/>
          <p:nvPr/>
        </p:nvSpPr>
        <p:spPr>
          <a:xfrm>
            <a:off x="6983940" y="3667646"/>
            <a:ext cx="4854214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</a:rPr>
              <a:t>Steady-State Activation and </a:t>
            </a:r>
          </a:p>
          <a:p>
            <a:r>
              <a:rPr lang="en-US" sz="2600" dirty="0">
                <a:solidFill>
                  <a:schemeClr val="bg1"/>
                </a:solidFill>
              </a:rPr>
              <a:t>Inactivation of Channels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27B856-4A98-288A-7EBF-A9927CC3B160}"/>
              </a:ext>
            </a:extLst>
          </p:cNvPr>
          <p:cNvSpPr txBox="1"/>
          <p:nvPr/>
        </p:nvSpPr>
        <p:spPr>
          <a:xfrm>
            <a:off x="7054472" y="2519012"/>
            <a:ext cx="429476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</a:rPr>
              <a:t>Sodium Channel Currents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FB5638-6463-45CF-5772-00DE3ADF3828}"/>
              </a:ext>
            </a:extLst>
          </p:cNvPr>
          <p:cNvSpPr txBox="1"/>
          <p:nvPr/>
        </p:nvSpPr>
        <p:spPr>
          <a:xfrm>
            <a:off x="6983941" y="5216390"/>
            <a:ext cx="485421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Current-Voltage</a:t>
            </a:r>
          </a:p>
          <a:p>
            <a:pPr algn="ctr"/>
            <a:r>
              <a:rPr lang="en-US" sz="2600" dirty="0">
                <a:solidFill>
                  <a:schemeClr val="bg1"/>
                </a:solidFill>
              </a:rPr>
              <a:t>Relationship</a:t>
            </a:r>
          </a:p>
        </p:txBody>
      </p:sp>
      <p:pic>
        <p:nvPicPr>
          <p:cNvPr id="10" name="Picture 9" descr="A close-up of a microscope&#10;&#10;AI-generated content may be incorrect.">
            <a:extLst>
              <a:ext uri="{FF2B5EF4-FFF2-40B4-BE49-F238E27FC236}">
                <a16:creationId xmlns:a16="http://schemas.microsoft.com/office/drawing/2014/main" id="{FC9EC5F8-4ECE-7038-DA8F-961A01BA0F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037" y="4436344"/>
            <a:ext cx="5067350" cy="2142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864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different types of lines&#10;&#10;AI-generated content may be incorrect.">
            <a:extLst>
              <a:ext uri="{FF2B5EF4-FFF2-40B4-BE49-F238E27FC236}">
                <a16:creationId xmlns:a16="http://schemas.microsoft.com/office/drawing/2014/main" id="{6A178750-0106-1521-AB46-85DCF37914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1" t="31334" r="17154"/>
          <a:stretch>
            <a:fillRect/>
          </a:stretch>
        </p:blipFill>
        <p:spPr>
          <a:xfrm>
            <a:off x="853439" y="1028700"/>
            <a:ext cx="6736081" cy="565611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1204AD14-36FD-80DD-E625-42E76AE89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5047" y="2587793"/>
            <a:ext cx="4343401" cy="3545532"/>
          </a:xfrm>
        </p:spPr>
        <p:txBody>
          <a:bodyPr/>
          <a:lstStyle/>
          <a:p>
            <a:pPr algn="ctr"/>
            <a:r>
              <a:rPr lang="en-US" sz="2800" dirty="0"/>
              <a:t>Cells with the </a:t>
            </a:r>
            <a:r>
              <a:rPr lang="en-US" sz="2800" i="1" dirty="0"/>
              <a:t>Th. couchii </a:t>
            </a:r>
            <a:r>
              <a:rPr lang="en-US" sz="2800" dirty="0"/>
              <a:t>M→T mutation produce weaker currents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CF0CF7-2385-C9CF-9A58-102A7A406D91}"/>
              </a:ext>
            </a:extLst>
          </p:cNvPr>
          <p:cNvSpPr txBox="1"/>
          <p:nvPr/>
        </p:nvSpPr>
        <p:spPr>
          <a:xfrm>
            <a:off x="1478279" y="551646"/>
            <a:ext cx="6111240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Sodium currents produced by increasing voltages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CC2FFC-3676-4AB6-0C5A-34EBAB966F0D}"/>
              </a:ext>
            </a:extLst>
          </p:cNvPr>
          <p:cNvSpPr/>
          <p:nvPr/>
        </p:nvSpPr>
        <p:spPr>
          <a:xfrm>
            <a:off x="483867" y="1505753"/>
            <a:ext cx="7475223" cy="52617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E6B466-B3FF-05BA-7434-E6D2238B6E94}"/>
              </a:ext>
            </a:extLst>
          </p:cNvPr>
          <p:cNvSpPr/>
          <p:nvPr/>
        </p:nvSpPr>
        <p:spPr>
          <a:xfrm>
            <a:off x="2186938" y="1491151"/>
            <a:ext cx="5402581" cy="3919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001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normalized peak&#10;&#10;AI-generated content may be incorrect.">
            <a:extLst>
              <a:ext uri="{FF2B5EF4-FFF2-40B4-BE49-F238E27FC236}">
                <a16:creationId xmlns:a16="http://schemas.microsoft.com/office/drawing/2014/main" id="{74E0850A-A38C-F462-2CD5-47E615D477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6224"/>
            <a:ext cx="12192000" cy="545448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3A97280-0749-D0E4-4148-27456A51E476}"/>
              </a:ext>
            </a:extLst>
          </p:cNvPr>
          <p:cNvSpPr/>
          <p:nvPr/>
        </p:nvSpPr>
        <p:spPr>
          <a:xfrm>
            <a:off x="1331495" y="1924509"/>
            <a:ext cx="4764505" cy="370643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200D03-AD63-5C23-434C-0BC783AAE415}"/>
              </a:ext>
            </a:extLst>
          </p:cNvPr>
          <p:cNvSpPr/>
          <p:nvPr/>
        </p:nvSpPr>
        <p:spPr>
          <a:xfrm>
            <a:off x="1" y="1924510"/>
            <a:ext cx="6096000" cy="461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F6F50F-21BA-69E6-5441-46DF330CAD66}"/>
              </a:ext>
            </a:extLst>
          </p:cNvPr>
          <p:cNvSpPr/>
          <p:nvPr/>
        </p:nvSpPr>
        <p:spPr>
          <a:xfrm>
            <a:off x="7700211" y="1924509"/>
            <a:ext cx="4363452" cy="35132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BBD094-0338-7C8C-2C44-5D9A3E4FE43E}"/>
              </a:ext>
            </a:extLst>
          </p:cNvPr>
          <p:cNvSpPr/>
          <p:nvPr/>
        </p:nvSpPr>
        <p:spPr>
          <a:xfrm>
            <a:off x="6448927" y="1822367"/>
            <a:ext cx="5614736" cy="461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28A9D3-84A8-0032-5DA6-2B7DCBC4028C}"/>
              </a:ext>
            </a:extLst>
          </p:cNvPr>
          <p:cNvSpPr/>
          <p:nvPr/>
        </p:nvSpPr>
        <p:spPr>
          <a:xfrm>
            <a:off x="7347284" y="986047"/>
            <a:ext cx="4363452" cy="35132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9F7FF5-2D79-C313-40E2-769A7268C699}"/>
              </a:ext>
            </a:extLst>
          </p:cNvPr>
          <p:cNvSpPr/>
          <p:nvPr/>
        </p:nvSpPr>
        <p:spPr>
          <a:xfrm>
            <a:off x="5743074" y="935957"/>
            <a:ext cx="1523998" cy="9384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7A41B4-4E33-8B4A-EDDF-69B15D95CCED}"/>
              </a:ext>
            </a:extLst>
          </p:cNvPr>
          <p:cNvSpPr/>
          <p:nvPr/>
        </p:nvSpPr>
        <p:spPr>
          <a:xfrm>
            <a:off x="24063" y="961001"/>
            <a:ext cx="1179095" cy="9384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7">
            <a:extLst>
              <a:ext uri="{FF2B5EF4-FFF2-40B4-BE49-F238E27FC236}">
                <a16:creationId xmlns:a16="http://schemas.microsoft.com/office/drawing/2014/main" id="{829EC25B-9BF9-CD8E-3F26-FBF4B2D85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72" y="113977"/>
            <a:ext cx="11604056" cy="1113084"/>
          </a:xfrm>
        </p:spPr>
        <p:txBody>
          <a:bodyPr/>
          <a:lstStyle/>
          <a:p>
            <a:pPr algn="ctr"/>
            <a:r>
              <a:rPr lang="en-US" sz="2800" dirty="0"/>
              <a:t>Sodium channels with the M→T mutation activate and deactivate more quickly than un-mutated sodium channels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BFACF1-572C-7BD3-A92A-B46BE1E720F9}"/>
              </a:ext>
            </a:extLst>
          </p:cNvPr>
          <p:cNvSpPr/>
          <p:nvPr/>
        </p:nvSpPr>
        <p:spPr>
          <a:xfrm>
            <a:off x="1473067" y="1090056"/>
            <a:ext cx="4363452" cy="35132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635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  <p:bldP spid="14" grpId="0"/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F9145-C629-5C6A-D4D2-E9DAB9A7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2718"/>
            <a:ext cx="12191999" cy="1400530"/>
          </a:xfrm>
        </p:spPr>
        <p:txBody>
          <a:bodyPr/>
          <a:lstStyle/>
          <a:p>
            <a:pPr algn="ctr"/>
            <a:r>
              <a:rPr lang="en-US" sz="3600" dirty="0"/>
              <a:t>Approach 2: Assess skeletal muscle function with myography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559BE4-1E02-6B1B-BA60-4DE51F3D24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493" y="4148227"/>
            <a:ext cx="3505200" cy="214347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B9A3C2-3779-1094-7BE7-FAB675AEC6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493" y="1853248"/>
            <a:ext cx="3525408" cy="1836307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3C7BEB-D77F-727D-C937-389A1F66BE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35661" y="1821302"/>
            <a:ext cx="3352800" cy="4470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2DF0C7-3CCB-33F7-4294-CB0EBE67A853}"/>
              </a:ext>
            </a:extLst>
          </p:cNvPr>
          <p:cNvSpPr txBox="1"/>
          <p:nvPr/>
        </p:nvSpPr>
        <p:spPr>
          <a:xfrm>
            <a:off x="8549640" y="1821302"/>
            <a:ext cx="323088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</a:rPr>
              <a:t>Transient (quick) muscle contractions</a:t>
            </a:r>
          </a:p>
          <a:p>
            <a:endParaRPr lang="en-US" sz="2600" dirty="0">
              <a:solidFill>
                <a:schemeClr val="bg1"/>
              </a:solidFill>
            </a:endParaRPr>
          </a:p>
          <a:p>
            <a:r>
              <a:rPr lang="en-US" sz="2600" dirty="0">
                <a:solidFill>
                  <a:schemeClr val="bg1"/>
                </a:solidFill>
              </a:rPr>
              <a:t>Tetanic (sustained) muscle contractions</a:t>
            </a:r>
          </a:p>
          <a:p>
            <a:endParaRPr lang="en-US" sz="2600" dirty="0">
              <a:solidFill>
                <a:schemeClr val="bg1"/>
              </a:solidFill>
            </a:endParaRPr>
          </a:p>
          <a:p>
            <a:r>
              <a:rPr lang="en-US" sz="26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Muscle excitability (via rheobase experiments)</a:t>
            </a:r>
          </a:p>
        </p:txBody>
      </p:sp>
    </p:spTree>
    <p:extLst>
      <p:ext uri="{BB962C8B-B14F-4D97-AF65-F5344CB8AC3E}">
        <p14:creationId xmlns:p14="http://schemas.microsoft.com/office/powerpoint/2010/main" val="3598870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823A987-EAE0-D05F-7F6D-EA05B1349F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97378" y="280032"/>
            <a:ext cx="8397244" cy="629793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5D5CB8C-7448-8081-27D9-33E6B6709BCD}"/>
              </a:ext>
            </a:extLst>
          </p:cNvPr>
          <p:cNvSpPr/>
          <p:nvPr/>
        </p:nvSpPr>
        <p:spPr>
          <a:xfrm>
            <a:off x="2877172" y="839151"/>
            <a:ext cx="8872868" cy="495204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B493B3-F05D-10B9-2BAF-31F3B8DD6943}"/>
              </a:ext>
            </a:extLst>
          </p:cNvPr>
          <p:cNvSpPr/>
          <p:nvPr/>
        </p:nvSpPr>
        <p:spPr>
          <a:xfrm>
            <a:off x="1897376" y="839150"/>
            <a:ext cx="9151623" cy="57388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194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5360B-8AC4-9E44-CFF6-E45702E0E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CEAD9C1-12A6-4A30-CDE0-E824D23EB4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97378" y="280032"/>
            <a:ext cx="8397244" cy="629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6994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041C9-5EA8-0B60-2324-FC822CD0C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1BB29C-2FB3-2DE2-BCD9-EEAB3A0324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97378" y="280032"/>
            <a:ext cx="8397244" cy="6297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878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202A5-19FC-19C8-4B00-AFC8053D5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72BB3F4-DC37-5242-4EE9-16CC5571C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53968" y="340992"/>
            <a:ext cx="7084062" cy="5313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009D4F-C61B-D241-89BE-915C3A28335E}"/>
              </a:ext>
            </a:extLst>
          </p:cNvPr>
          <p:cNvSpPr txBox="1">
            <a:spLocks/>
          </p:cNvSpPr>
          <p:nvPr/>
        </p:nvSpPr>
        <p:spPr>
          <a:xfrm>
            <a:off x="838199" y="55324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i="1" dirty="0">
                <a:solidFill>
                  <a:schemeClr val="bg1"/>
                </a:solidFill>
              </a:rPr>
              <a:t>Th. couchii</a:t>
            </a:r>
            <a:r>
              <a:rPr lang="en-US" sz="3200" dirty="0">
                <a:solidFill>
                  <a:schemeClr val="bg1"/>
                </a:solidFill>
              </a:rPr>
              <a:t> muscles produce slightly weaker, slower transient contractions than WT </a:t>
            </a:r>
            <a:r>
              <a:rPr lang="en-US" sz="3200" i="1" dirty="0">
                <a:solidFill>
                  <a:schemeClr val="bg1"/>
                </a:solidFill>
              </a:rPr>
              <a:t>Th. sirtalis </a:t>
            </a:r>
            <a:r>
              <a:rPr lang="en-US" sz="3200" dirty="0">
                <a:solidFill>
                  <a:schemeClr val="bg1"/>
                </a:solidFill>
              </a:rPr>
              <a:t>muscles</a:t>
            </a:r>
            <a:endParaRPr lang="en-US" sz="32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861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CDEDC-D407-3432-400C-358EF7C4F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FF34DC5-36B0-9F5C-5DE1-EACC7DF1B9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49493" y="286576"/>
            <a:ext cx="9293014" cy="62727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A21C637-D4B8-565D-B256-4F59BEF657E9}"/>
              </a:ext>
            </a:extLst>
          </p:cNvPr>
          <p:cNvSpPr/>
          <p:nvPr/>
        </p:nvSpPr>
        <p:spPr>
          <a:xfrm>
            <a:off x="2232852" y="959065"/>
            <a:ext cx="8711044" cy="49278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9DEFB9-DF9A-58BB-AA2B-DB16F9BED80F}"/>
              </a:ext>
            </a:extLst>
          </p:cNvPr>
          <p:cNvSpPr/>
          <p:nvPr/>
        </p:nvSpPr>
        <p:spPr>
          <a:xfrm>
            <a:off x="1050557" y="959065"/>
            <a:ext cx="9691950" cy="57388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645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F9BB3-BBAA-39F0-DCD7-9E03A982E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00BF027-8DBE-D2EA-88C4-8D6CF1F052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51263" y="293803"/>
            <a:ext cx="9289472" cy="627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140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DEA33-E1B7-6FBF-5F40-7D097B071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C09E44D-A949-840E-92D3-FAA0D99ED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51263" y="293803"/>
            <a:ext cx="9289472" cy="6270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400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0DFFA-9E5A-AA3A-220E-13B001DD9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C1BF2F6-1044-6D16-CA4F-9CD8BEB8F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03571" y="252239"/>
            <a:ext cx="7384857" cy="49847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D9CC86-43D7-170F-B830-81D7EEB880E8}"/>
              </a:ext>
            </a:extLst>
          </p:cNvPr>
          <p:cNvSpPr txBox="1">
            <a:spLocks/>
          </p:cNvSpPr>
          <p:nvPr/>
        </p:nvSpPr>
        <p:spPr>
          <a:xfrm>
            <a:off x="611332" y="5532437"/>
            <a:ext cx="1096933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i="1" dirty="0">
                <a:solidFill>
                  <a:schemeClr val="bg1"/>
                </a:solidFill>
              </a:rPr>
              <a:t>Th. couchii</a:t>
            </a:r>
            <a:r>
              <a:rPr lang="en-US" sz="3200" dirty="0">
                <a:solidFill>
                  <a:schemeClr val="bg1"/>
                </a:solidFill>
              </a:rPr>
              <a:t> muscles produce much weaker tetanic contractions, comparable to LVNV </a:t>
            </a:r>
            <a:r>
              <a:rPr lang="en-US" sz="3200" i="1" dirty="0">
                <a:solidFill>
                  <a:schemeClr val="bg1"/>
                </a:solidFill>
              </a:rPr>
              <a:t>Th. sirtalis </a:t>
            </a:r>
            <a:r>
              <a:rPr lang="en-US" sz="3200" dirty="0">
                <a:solidFill>
                  <a:schemeClr val="bg1"/>
                </a:solidFill>
              </a:rPr>
              <a:t>muscles</a:t>
            </a:r>
            <a:endParaRPr lang="en-US" sz="32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5913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CC7FD-9BB8-7808-2132-D4F22CBCD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2718"/>
            <a:ext cx="12191999" cy="1400530"/>
          </a:xfrm>
        </p:spPr>
        <p:txBody>
          <a:bodyPr/>
          <a:lstStyle/>
          <a:p>
            <a:pPr algn="ctr"/>
            <a:r>
              <a:rPr lang="en-US" dirty="0"/>
              <a:t>Conclusions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4B0C0E-70DE-0EC3-F39F-0FB065EA2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043" y="1786949"/>
            <a:ext cx="5578381" cy="461833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400" dirty="0"/>
              <a:t>TTX resistance-conferring mutations come with trade-offs</a:t>
            </a:r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Supports theories about costs of specialized traits </a:t>
            </a:r>
            <a:r>
              <a:rPr lang="en-US" sz="1200" dirty="0"/>
              <a:t>(Agrawal et al 2010; </a:t>
            </a:r>
            <a:r>
              <a:rPr lang="en-US" sz="1200" dirty="0" err="1"/>
              <a:t>Futuyma</a:t>
            </a:r>
            <a:r>
              <a:rPr lang="en-US" sz="1200" dirty="0"/>
              <a:t> and Moreno 1998)</a:t>
            </a:r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2400" dirty="0"/>
              <a:t>Conflicts with theories that trade-offs should maintain polymorphisms, local adaptation </a:t>
            </a:r>
            <a:r>
              <a:rPr lang="en-US" sz="1200" dirty="0"/>
              <a:t>(</a:t>
            </a:r>
            <a:r>
              <a:rPr lang="en-US" sz="1200" dirty="0" err="1"/>
              <a:t>Futuyma</a:t>
            </a:r>
            <a:r>
              <a:rPr lang="en-US" sz="1200" dirty="0"/>
              <a:t> and Moreno 1998; Bono et al 2017)</a:t>
            </a:r>
          </a:p>
          <a:p>
            <a:pPr marL="0" indent="0" algn="ctr">
              <a:buNone/>
            </a:pPr>
            <a:endParaRPr lang="en-US" sz="2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60D0D6C-F5A3-57A2-54F5-5783FE6FD5AE}"/>
              </a:ext>
            </a:extLst>
          </p:cNvPr>
          <p:cNvGrpSpPr/>
          <p:nvPr/>
        </p:nvGrpSpPr>
        <p:grpSpPr>
          <a:xfrm>
            <a:off x="396576" y="1533971"/>
            <a:ext cx="5699423" cy="4085896"/>
            <a:chOff x="1948251" y="1121980"/>
            <a:chExt cx="7884207" cy="526568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6660AFB-45A7-4C54-5F6B-26CD3D77B9C7}"/>
                </a:ext>
              </a:extLst>
            </p:cNvPr>
            <p:cNvGrpSpPr/>
            <p:nvPr/>
          </p:nvGrpSpPr>
          <p:grpSpPr>
            <a:xfrm>
              <a:off x="2778816" y="1520845"/>
              <a:ext cx="6453351" cy="4157369"/>
              <a:chOff x="2795752" y="1152983"/>
              <a:chExt cx="6453351" cy="4157369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48F38A0-21C0-E227-FE76-AD37B86CC0D8}"/>
                  </a:ext>
                </a:extLst>
              </p:cNvPr>
              <p:cNvSpPr/>
              <p:nvPr/>
            </p:nvSpPr>
            <p:spPr>
              <a:xfrm>
                <a:off x="2957492" y="1547648"/>
                <a:ext cx="5948855" cy="376270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B0607F9-4907-07F7-BB2F-644EB3F9C803}"/>
                  </a:ext>
                </a:extLst>
              </p:cNvPr>
              <p:cNvSpPr/>
              <p:nvPr/>
            </p:nvSpPr>
            <p:spPr>
              <a:xfrm>
                <a:off x="2795752" y="1152983"/>
                <a:ext cx="6453351" cy="41305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9DFC54D-EAE4-CA28-7279-23A7A3583524}"/>
                </a:ext>
              </a:extLst>
            </p:cNvPr>
            <p:cNvSpPr txBox="1"/>
            <p:nvPr/>
          </p:nvSpPr>
          <p:spPr>
            <a:xfrm>
              <a:off x="3414691" y="5760385"/>
              <a:ext cx="5181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TTX Resistance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008730C-3C3B-53B0-1B52-27A55A50FF3A}"/>
                </a:ext>
              </a:extLst>
            </p:cNvPr>
            <p:cNvSpPr txBox="1"/>
            <p:nvPr/>
          </p:nvSpPr>
          <p:spPr>
            <a:xfrm rot="5400000">
              <a:off x="6887715" y="3358836"/>
              <a:ext cx="5181600" cy="707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2"/>
                  </a:solidFill>
                </a:rPr>
                <a:t>Sodium Channel </a:t>
              </a:r>
            </a:p>
            <a:p>
              <a:pPr algn="ctr"/>
              <a:r>
                <a:rPr lang="en-US" sz="2000" dirty="0">
                  <a:solidFill>
                    <a:schemeClr val="accent2"/>
                  </a:solidFill>
                </a:rPr>
                <a:t>Performance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8DF2621-BD30-3446-3F81-E19CD614FB42}"/>
                </a:ext>
              </a:extLst>
            </p:cNvPr>
            <p:cNvSpPr txBox="1"/>
            <p:nvPr/>
          </p:nvSpPr>
          <p:spPr>
            <a:xfrm rot="16200000">
              <a:off x="-288605" y="3442919"/>
              <a:ext cx="5181600" cy="707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1"/>
                  </a:solidFill>
                </a:rPr>
                <a:t>Ability to Eat Newts</a:t>
              </a:r>
            </a:p>
            <a:p>
              <a:pPr algn="ctr"/>
              <a:r>
                <a:rPr lang="en-US" sz="2000" dirty="0">
                  <a:solidFill>
                    <a:schemeClr val="accent1"/>
                  </a:solidFill>
                </a:rPr>
                <a:t>(Utilize Resources)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1AEE9EB-F51A-FFCA-1A6A-1A61CCA8D89D}"/>
                </a:ext>
              </a:extLst>
            </p:cNvPr>
            <p:cNvCxnSpPr/>
            <p:nvPr/>
          </p:nvCxnSpPr>
          <p:spPr>
            <a:xfrm flipV="1">
              <a:off x="3414691" y="2186152"/>
              <a:ext cx="4856950" cy="3079531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1978C2B-D4FB-9FF6-9E15-4490A4B9D5CF}"/>
                </a:ext>
              </a:extLst>
            </p:cNvPr>
            <p:cNvCxnSpPr>
              <a:cxnSpLocks/>
            </p:cNvCxnSpPr>
            <p:nvPr/>
          </p:nvCxnSpPr>
          <p:spPr>
            <a:xfrm>
              <a:off x="3476988" y="2186152"/>
              <a:ext cx="4794653" cy="3088468"/>
            </a:xfrm>
            <a:prstGeom prst="line">
              <a:avLst/>
            </a:prstGeom>
            <a:ln w="57150">
              <a:solidFill>
                <a:schemeClr val="accent2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Graphic 16" descr="Checkmark with solid fill">
            <a:extLst>
              <a:ext uri="{FF2B5EF4-FFF2-40B4-BE49-F238E27FC236}">
                <a16:creationId xmlns:a16="http://schemas.microsoft.com/office/drawing/2014/main" id="{0626F627-DACE-3EC4-5EA5-9706B2BD32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7225" y="1644516"/>
            <a:ext cx="1445832" cy="144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581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173E0-7919-5186-7A11-D9CB0DD1F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EC424-A42C-3F25-BE8F-B87890895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2718"/>
            <a:ext cx="12191999" cy="1400530"/>
          </a:xfrm>
        </p:spPr>
        <p:txBody>
          <a:bodyPr/>
          <a:lstStyle/>
          <a:p>
            <a:pPr algn="ctr"/>
            <a:r>
              <a:rPr lang="en-US" dirty="0"/>
              <a:t>Future Directions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F27363A-924F-284B-4E9E-B769E1DB0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1255" y="2052945"/>
            <a:ext cx="9869488" cy="3535082"/>
          </a:xfrm>
        </p:spPr>
        <p:txBody>
          <a:bodyPr numCol="2"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Further characterization of sodium channel function</a:t>
            </a:r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Investigate other sources of TTX resistance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9596AE-538B-1F47-09E4-97E05257C6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861" y="3107970"/>
            <a:ext cx="3781754" cy="2644275"/>
          </a:xfrm>
          <a:prstGeom prst="rect">
            <a:avLst/>
          </a:prstGeom>
          <a:effectLst>
            <a:softEdge rad="25400"/>
          </a:effectLst>
        </p:spPr>
      </p:pic>
      <p:pic>
        <p:nvPicPr>
          <p:cNvPr id="7" name="Picture 6" descr="A graph of different colored rhombuses&#10;&#10;AI-generated content may be incorrect.">
            <a:extLst>
              <a:ext uri="{FF2B5EF4-FFF2-40B4-BE49-F238E27FC236}">
                <a16:creationId xmlns:a16="http://schemas.microsoft.com/office/drawing/2014/main" id="{F6EECFB5-4F18-66E5-1657-6E27BCCEB7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221" y="3272189"/>
            <a:ext cx="4723998" cy="26442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1CDEF2-2285-463A-167A-1718A3DF5631}"/>
              </a:ext>
            </a:extLst>
          </p:cNvPr>
          <p:cNvSpPr txBox="1"/>
          <p:nvPr/>
        </p:nvSpPr>
        <p:spPr>
          <a:xfrm>
            <a:off x="6598177" y="5916463"/>
            <a:ext cx="3940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Robinson et al 2024</a:t>
            </a:r>
          </a:p>
        </p:txBody>
      </p:sp>
    </p:spTree>
    <p:extLst>
      <p:ext uri="{BB962C8B-B14F-4D97-AF65-F5344CB8AC3E}">
        <p14:creationId xmlns:p14="http://schemas.microsoft.com/office/powerpoint/2010/main" val="1059652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81818-5A09-5C6F-65D9-1814E8E03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Sincere thanks to: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5910F218-5D40-B8DE-DE35-D84B5B59C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4526" y="5857219"/>
            <a:ext cx="809625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4" name="Picture 12">
            <a:extLst>
              <a:ext uri="{FF2B5EF4-FFF2-40B4-BE49-F238E27FC236}">
                <a16:creationId xmlns:a16="http://schemas.microsoft.com/office/drawing/2014/main" id="{64BBD79A-E565-AB5B-96FE-BDD5C66F0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8731" y="133808"/>
            <a:ext cx="3200400" cy="101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5" name="Picture 13" descr="May be an image of food">
            <a:extLst>
              <a:ext uri="{FF2B5EF4-FFF2-40B4-BE49-F238E27FC236}">
                <a16:creationId xmlns:a16="http://schemas.microsoft.com/office/drawing/2014/main" id="{4141DEDF-D965-719B-C9B4-774154F4F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43" y="5638144"/>
            <a:ext cx="1038225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450DA09-D792-CD88-9BD9-22EDA1EC2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1125" y="1330744"/>
            <a:ext cx="25908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xmlns:lc="http://schemas.openxmlformats.org/drawingml/2006/lockedCanvas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342900" indent="-342900" algn="l"/>
            <a:r>
              <a:rPr lang="en-US" sz="1800" u="sng" dirty="0">
                <a:solidFill>
                  <a:schemeClr val="bg1"/>
                </a:solidFill>
                <a:latin typeface="Calibri"/>
                <a:cs typeface="Calibri"/>
              </a:rPr>
              <a:t>Live Animal Care</a:t>
            </a:r>
            <a:r>
              <a:rPr lang="en-US" sz="1800" dirty="0">
                <a:solidFill>
                  <a:schemeClr val="bg1"/>
                </a:solidFill>
                <a:latin typeface="Calibri"/>
                <a:cs typeface="Calibri"/>
              </a:rPr>
              <a:t>:</a:t>
            </a:r>
          </a:p>
          <a:p>
            <a:pPr marL="342900" indent="-342900" algn="l"/>
            <a:r>
              <a:rPr lang="en-US" sz="1800" dirty="0">
                <a:solidFill>
                  <a:schemeClr val="bg1"/>
                </a:solidFill>
                <a:latin typeface="Calibri"/>
                <a:cs typeface="Calibri"/>
              </a:rPr>
              <a:t>Gabrielle Blaustein</a:t>
            </a:r>
          </a:p>
          <a:p>
            <a:pPr marL="342900" indent="-342900" algn="l"/>
            <a:r>
              <a:rPr lang="en-US" sz="1800" dirty="0">
                <a:solidFill>
                  <a:schemeClr val="bg1"/>
                </a:solidFill>
                <a:latin typeface="Calibri"/>
                <a:cs typeface="Calibri"/>
              </a:rPr>
              <a:t>Kenzie Wasley</a:t>
            </a:r>
          </a:p>
          <a:p>
            <a:pPr marL="342900" indent="-342900" algn="l"/>
            <a:r>
              <a:rPr lang="en-US" sz="1800" dirty="0">
                <a:solidFill>
                  <a:schemeClr val="bg1"/>
                </a:solidFill>
                <a:latin typeface="Calibri"/>
                <a:cs typeface="Calibri"/>
              </a:rPr>
              <a:t>Amber Durfee</a:t>
            </a:r>
          </a:p>
          <a:p>
            <a:pPr marL="342900" indent="-342900" algn="l"/>
            <a:r>
              <a:rPr lang="en-US" sz="1800" dirty="0">
                <a:solidFill>
                  <a:schemeClr val="bg1"/>
                </a:solidFill>
                <a:latin typeface="Calibri"/>
                <a:cs typeface="Calibri"/>
              </a:rPr>
              <a:t>Taylor Disbrow</a:t>
            </a:r>
            <a:endParaRPr lang="en-US" sz="1800" u="sng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/>
            <a:endParaRPr lang="en-US" sz="1800" u="sng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1800" u="sng" dirty="0">
                <a:solidFill>
                  <a:schemeClr val="bg1"/>
                </a:solidFill>
                <a:latin typeface="Calibri"/>
                <a:cs typeface="Calibri"/>
              </a:rPr>
              <a:t>Lab Aid</a:t>
            </a:r>
            <a:r>
              <a:rPr lang="en-US" sz="1800" dirty="0">
                <a:solidFill>
                  <a:schemeClr val="bg1"/>
                </a:solidFill>
                <a:latin typeface="Calibri"/>
                <a:cs typeface="Calibri"/>
              </a:rPr>
              <a:t>:</a:t>
            </a:r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1800" dirty="0">
                <a:solidFill>
                  <a:schemeClr val="bg1"/>
                </a:solidFill>
                <a:latin typeface="Calibri"/>
                <a:cs typeface="Calibri"/>
              </a:rPr>
              <a:t>Angelo Lippi</a:t>
            </a:r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1800" dirty="0">
                <a:solidFill>
                  <a:schemeClr val="bg1"/>
                </a:solidFill>
                <a:latin typeface="Calibri"/>
                <a:cs typeface="Calibri"/>
              </a:rPr>
              <a:t>Janna Magana</a:t>
            </a:r>
            <a:endParaRPr lang="en-US" sz="1800" u="sng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/>
            <a:endParaRPr lang="en-US" sz="1800" u="sng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/>
            <a:r>
              <a:rPr lang="en-US" sz="1800" u="sng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Advice:</a:t>
            </a:r>
          </a:p>
          <a:p>
            <a:pPr marL="342900" indent="-342900" algn="l"/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UNR </a:t>
            </a:r>
            <a:r>
              <a:rPr lang="en-US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Evol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Doers</a:t>
            </a:r>
          </a:p>
          <a:p>
            <a:pPr marL="342900" indent="-342900" algn="l"/>
            <a:endParaRPr lang="en-US" sz="1800" u="sng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/>
            <a:endParaRPr lang="en-US" sz="1800" u="sng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A1369F-F5C4-0944-48E9-33A42FDB0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1299882"/>
            <a:ext cx="25908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xmlns:lc="http://schemas.openxmlformats.org/drawingml/2006/lockedCanvas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342900" indent="-342900" algn="l"/>
            <a:r>
              <a:rPr lang="en-US" sz="1800" u="sng" dirty="0">
                <a:solidFill>
                  <a:schemeClr val="bg1"/>
                </a:solidFill>
                <a:latin typeface="Calibri"/>
                <a:cs typeface="Calibri"/>
              </a:rPr>
              <a:t>Field Collection</a:t>
            </a:r>
            <a:r>
              <a:rPr lang="en-US" sz="1800" dirty="0">
                <a:solidFill>
                  <a:schemeClr val="bg1"/>
                </a:solidFill>
                <a:latin typeface="Calibri"/>
                <a:cs typeface="Calibri"/>
              </a:rPr>
              <a:t>:</a:t>
            </a:r>
          </a:p>
          <a:p>
            <a:pPr marL="342900" indent="-342900" algn="l"/>
            <a:r>
              <a:rPr lang="en-US" sz="1800" dirty="0">
                <a:solidFill>
                  <a:schemeClr val="bg1"/>
                </a:solidFill>
                <a:latin typeface="Calibri"/>
                <a:cs typeface="Calibri"/>
              </a:rPr>
              <a:t>Kevin Wiseman</a:t>
            </a:r>
          </a:p>
          <a:p>
            <a:pPr marL="342900" indent="-342900" algn="l"/>
            <a:r>
              <a:rPr lang="en-US" sz="1800" dirty="0">
                <a:solidFill>
                  <a:schemeClr val="bg1"/>
                </a:solidFill>
                <a:latin typeface="Calibri"/>
                <a:cs typeface="Calibri"/>
              </a:rPr>
              <a:t>Jens Vindum (CAS)</a:t>
            </a:r>
          </a:p>
          <a:p>
            <a:pPr marL="342900" indent="-342900" algn="l"/>
            <a:endParaRPr lang="en-US" sz="18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342900" indent="-342900" algn="l"/>
            <a:endParaRPr lang="en-US" sz="18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1800" u="sng" dirty="0">
                <a:solidFill>
                  <a:schemeClr val="bg1"/>
                </a:solidFill>
                <a:latin typeface="Calibri"/>
                <a:cs typeface="Calibri"/>
              </a:rPr>
              <a:t>Photos:</a:t>
            </a:r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1800" dirty="0">
                <a:solidFill>
                  <a:schemeClr val="bg1"/>
                </a:solidFill>
                <a:latin typeface="Calibri"/>
                <a:cs typeface="Calibri"/>
              </a:rPr>
              <a:t>Gary Nafis</a:t>
            </a:r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1800" dirty="0">
                <a:solidFill>
                  <a:schemeClr val="bg1"/>
                </a:solidFill>
                <a:latin typeface="Calibri"/>
                <a:cs typeface="Calibri"/>
              </a:rPr>
              <a:t>Kevin Wiseman</a:t>
            </a:r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1800" dirty="0">
                <a:solidFill>
                  <a:schemeClr val="bg1"/>
                </a:solidFill>
                <a:latin typeface="Calibri"/>
                <a:cs typeface="Calibri"/>
              </a:rPr>
              <a:t>Robert Hansen</a:t>
            </a:r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1800" dirty="0">
                <a:solidFill>
                  <a:schemeClr val="bg1"/>
                </a:solidFill>
                <a:latin typeface="Calibri"/>
                <a:cs typeface="Calibri"/>
              </a:rPr>
              <a:t>Devon </a:t>
            </a:r>
            <a:r>
              <a:rPr lang="en-US" sz="1800" dirty="0" err="1">
                <a:solidFill>
                  <a:schemeClr val="bg1"/>
                </a:solidFill>
                <a:latin typeface="Calibri"/>
                <a:cs typeface="Calibri"/>
              </a:rPr>
              <a:t>Picklum</a:t>
            </a:r>
            <a:endParaRPr lang="en-US" sz="18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342900" indent="-342900" algn="l"/>
            <a:endParaRPr lang="en-US" sz="18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20C213-65FC-9279-7349-CDF859A35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2774" y="1050120"/>
            <a:ext cx="288817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xmlns:lc="http://schemas.openxmlformats.org/drawingml/2006/lockedCanvas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endParaRPr lang="en-US" sz="18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342900" indent="-342900" algn="l"/>
            <a:r>
              <a:rPr lang="en-US" sz="1800" u="sng" dirty="0">
                <a:solidFill>
                  <a:schemeClr val="bg1"/>
                </a:solidFill>
                <a:latin typeface="Calibri"/>
                <a:cs typeface="Calibri"/>
              </a:rPr>
              <a:t>Funding</a:t>
            </a:r>
            <a:r>
              <a:rPr lang="en-US" sz="1800" dirty="0">
                <a:solidFill>
                  <a:schemeClr val="bg1"/>
                </a:solidFill>
                <a:latin typeface="Calibri"/>
                <a:cs typeface="Calibri"/>
              </a:rPr>
              <a:t>:</a:t>
            </a:r>
          </a:p>
          <a:p>
            <a:pPr marL="342900" indent="-342900" algn="l"/>
            <a:r>
              <a:rPr lang="en-US" sz="1800" dirty="0">
                <a:solidFill>
                  <a:schemeClr val="bg1"/>
                </a:solidFill>
                <a:latin typeface="Calibri"/>
                <a:cs typeface="Calibri"/>
              </a:rPr>
              <a:t>NSF (to CRF &amp; NL)</a:t>
            </a:r>
          </a:p>
          <a:p>
            <a:pPr marL="342900" indent="-342900" algn="l"/>
            <a:r>
              <a:rPr lang="en-US" sz="1800" dirty="0">
                <a:solidFill>
                  <a:schemeClr val="bg1"/>
                </a:solidFill>
                <a:latin typeface="Calibri"/>
                <a:cs typeface="Calibri"/>
              </a:rPr>
              <a:t>UNR</a:t>
            </a:r>
          </a:p>
          <a:p>
            <a:pPr marL="342900" indent="-342900" algn="l"/>
            <a:r>
              <a:rPr lang="en-US" sz="1800" dirty="0">
                <a:solidFill>
                  <a:schemeClr val="bg1"/>
                </a:solidFill>
                <a:latin typeface="Calibri"/>
                <a:cs typeface="Calibri"/>
              </a:rPr>
              <a:t>HL / SSAR / ASIH</a:t>
            </a:r>
          </a:p>
          <a:p>
            <a:pPr marL="342900" indent="-342900" algn="l"/>
            <a:endParaRPr lang="en-US" sz="1800" u="sng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342900" indent="-342900" algn="l"/>
            <a:r>
              <a:rPr lang="en-US" sz="1800" u="sng" dirty="0">
                <a:solidFill>
                  <a:schemeClr val="bg1"/>
                </a:solidFill>
                <a:latin typeface="Calibri"/>
                <a:cs typeface="Calibri"/>
              </a:rPr>
              <a:t>Permits</a:t>
            </a:r>
            <a:r>
              <a:rPr lang="en-US" sz="1800" dirty="0">
                <a:solidFill>
                  <a:schemeClr val="bg1"/>
                </a:solidFill>
                <a:latin typeface="Calibri"/>
                <a:cs typeface="Calibri"/>
              </a:rPr>
              <a:t>:</a:t>
            </a:r>
            <a:endParaRPr lang="en-US" sz="16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342900" indent="-342900" algn="l"/>
            <a:r>
              <a:rPr lang="en-US" sz="1800" dirty="0">
                <a:solidFill>
                  <a:schemeClr val="bg1"/>
                </a:solidFill>
                <a:latin typeface="Calibri"/>
                <a:cs typeface="Calibri"/>
              </a:rPr>
              <a:t>UNR IACUC</a:t>
            </a:r>
          </a:p>
          <a:p>
            <a:pPr marL="342900" indent="-342900" algn="l"/>
            <a:r>
              <a:rPr lang="en-US" sz="1800" dirty="0">
                <a:solidFill>
                  <a:schemeClr val="bg1"/>
                </a:solidFill>
                <a:latin typeface="Calibri"/>
                <a:cs typeface="Calibri"/>
              </a:rPr>
              <a:t>CA Fish &amp; Wildlife</a:t>
            </a:r>
          </a:p>
          <a:p>
            <a:pPr marL="342900" indent="-342900" algn="l"/>
            <a:r>
              <a:rPr lang="en-US" sz="1800" dirty="0">
                <a:solidFill>
                  <a:schemeClr val="bg1"/>
                </a:solidFill>
                <a:latin typeface="Calibri"/>
                <a:cs typeface="Calibri"/>
              </a:rPr>
              <a:t>NV Div of Wildlife</a:t>
            </a:r>
          </a:p>
          <a:p>
            <a:pPr marL="342900" indent="-342900" algn="l"/>
            <a:endParaRPr lang="en-US" sz="18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342900" indent="-342900" algn="l"/>
            <a:endParaRPr lang="en-US" sz="18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342900" indent="-342900" algn="l"/>
            <a:endParaRPr lang="en-US" sz="18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342900" indent="-342900" algn="l"/>
            <a:endParaRPr lang="en-US" sz="18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342900" indent="-342900" algn="l"/>
            <a:endParaRPr lang="en-US" sz="18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342900" indent="-342900" algn="l"/>
            <a:endParaRPr lang="en-US" sz="18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342900" indent="-342900" algn="l"/>
            <a:endParaRPr lang="en-US" sz="18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342900" indent="-342900" algn="l"/>
            <a:endParaRPr lang="en-US" sz="18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342900" indent="-342900" algn="l"/>
            <a:r>
              <a:rPr lang="en-US" sz="1800" dirty="0">
                <a:solidFill>
                  <a:schemeClr val="bg1"/>
                </a:solidFill>
                <a:latin typeface="Calibri"/>
                <a:cs typeface="Calibri"/>
              </a:rPr>
              <a:t>Contact: sbabish@unr.edu</a:t>
            </a:r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endParaRPr lang="en-US" sz="18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pic>
        <p:nvPicPr>
          <p:cNvPr id="9" name="Picture 8" descr="A snake on a black background&#10;&#10;AI-generated content may be incorrect.">
            <a:extLst>
              <a:ext uri="{FF2B5EF4-FFF2-40B4-BE49-F238E27FC236}">
                <a16:creationId xmlns:a16="http://schemas.microsoft.com/office/drawing/2014/main" id="{D966231D-36D6-F0D4-8931-016160B59E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301199" y="4698150"/>
            <a:ext cx="4550897" cy="939994"/>
          </a:xfrm>
          <a:prstGeom prst="rect">
            <a:avLst/>
          </a:prstGeom>
        </p:spPr>
      </p:pic>
      <p:pic>
        <p:nvPicPr>
          <p:cNvPr id="11" name="Picture 10" descr="A red and black lizard&#10;&#10;AI-generated content may be incorrect.">
            <a:extLst>
              <a:ext uri="{FF2B5EF4-FFF2-40B4-BE49-F238E27FC236}">
                <a16:creationId xmlns:a16="http://schemas.microsoft.com/office/drawing/2014/main" id="{3959DCA0-684A-9AD8-562A-B81C8AA029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515" y="5004753"/>
            <a:ext cx="2349805" cy="1591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7649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1934DC-5DFB-CA72-D5C9-1A91DC4F4C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Extra/supplemental slides from this point 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E36F6E8-7636-79EF-B7D5-7DFB74AC45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:)</a:t>
            </a:r>
          </a:p>
        </p:txBody>
      </p:sp>
    </p:spTree>
    <p:extLst>
      <p:ext uri="{BB962C8B-B14F-4D97-AF65-F5344CB8AC3E}">
        <p14:creationId xmlns:p14="http://schemas.microsoft.com/office/powerpoint/2010/main" val="14437163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of a pulse width&#10;&#10;AI-generated content may be incorrect.">
            <a:extLst>
              <a:ext uri="{FF2B5EF4-FFF2-40B4-BE49-F238E27FC236}">
                <a16:creationId xmlns:a16="http://schemas.microsoft.com/office/drawing/2014/main" id="{C09FD5E6-B6D7-62F9-BFE2-24C56FCC3F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143823"/>
            <a:ext cx="10474036" cy="628442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D78C498-4694-E6AB-6131-A9291AE98C6C}"/>
              </a:ext>
            </a:extLst>
          </p:cNvPr>
          <p:cNvSpPr/>
          <p:nvPr/>
        </p:nvSpPr>
        <p:spPr>
          <a:xfrm>
            <a:off x="1928550" y="966952"/>
            <a:ext cx="9691950" cy="450532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E20733-7309-2839-C76F-2F688FCFB908}"/>
              </a:ext>
            </a:extLst>
          </p:cNvPr>
          <p:cNvSpPr/>
          <p:nvPr/>
        </p:nvSpPr>
        <p:spPr>
          <a:xfrm>
            <a:off x="273171" y="751490"/>
            <a:ext cx="10962388" cy="56767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793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9ACA7-8C02-4ADC-A1BB-ADCC06B12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of a pulse width&#10;&#10;AI-generated content may be incorrect.">
            <a:extLst>
              <a:ext uri="{FF2B5EF4-FFF2-40B4-BE49-F238E27FC236}">
                <a16:creationId xmlns:a16="http://schemas.microsoft.com/office/drawing/2014/main" id="{4F3D254A-B84D-2F82-CC78-3F3B679E9F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87" y="259437"/>
            <a:ext cx="5334001" cy="3200400"/>
          </a:xfrm>
          <a:prstGeom prst="rect">
            <a:avLst/>
          </a:prstGeom>
        </p:spPr>
      </p:pic>
      <p:pic>
        <p:nvPicPr>
          <p:cNvPr id="3" name="Picture 2" descr="A graph of a pulse width&#10;&#10;AI-generated content may be incorrect.">
            <a:extLst>
              <a:ext uri="{FF2B5EF4-FFF2-40B4-BE49-F238E27FC236}">
                <a16:creationId xmlns:a16="http://schemas.microsoft.com/office/drawing/2014/main" id="{9003F998-702C-7785-533A-A4D6EE7BF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9437"/>
            <a:ext cx="5334000" cy="3200400"/>
          </a:xfrm>
          <a:prstGeom prst="rect">
            <a:avLst/>
          </a:prstGeom>
        </p:spPr>
      </p:pic>
      <p:pic>
        <p:nvPicPr>
          <p:cNvPr id="5" name="Picture 4" descr="A graph with green lines and numbers&#10;&#10;AI-generated content may be incorrect.">
            <a:extLst>
              <a:ext uri="{FF2B5EF4-FFF2-40B4-BE49-F238E27FC236}">
                <a16:creationId xmlns:a16="http://schemas.microsoft.com/office/drawing/2014/main" id="{6592846F-FC1E-6798-BB27-B127C9116E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3564940"/>
            <a:ext cx="53340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655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parallel seq&amp;prot1">
            <a:extLst>
              <a:ext uri="{FF2B5EF4-FFF2-40B4-BE49-F238E27FC236}">
                <a16:creationId xmlns:a16="http://schemas.microsoft.com/office/drawing/2014/main" id="{F859A4E6-4F74-6EA1-9939-D68E2A5CA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172" y="196740"/>
            <a:ext cx="6851923" cy="6308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030D12-A4EC-0650-3C3E-29EA8F80B851}"/>
              </a:ext>
            </a:extLst>
          </p:cNvPr>
          <p:cNvSpPr txBox="1"/>
          <p:nvPr/>
        </p:nvSpPr>
        <p:spPr>
          <a:xfrm>
            <a:off x="8823409" y="6522421"/>
            <a:ext cx="48137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Feldman et al 2009</a:t>
            </a:r>
          </a:p>
        </p:txBody>
      </p:sp>
    </p:spTree>
    <p:extLst>
      <p:ext uri="{BB962C8B-B14F-4D97-AF65-F5344CB8AC3E}">
        <p14:creationId xmlns:p14="http://schemas.microsoft.com/office/powerpoint/2010/main" val="1128121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3430-1627-DA93-7314-452E681ED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600" y="0"/>
            <a:ext cx="11230579" cy="1400530"/>
          </a:xfrm>
        </p:spPr>
        <p:txBody>
          <a:bodyPr/>
          <a:lstStyle/>
          <a:p>
            <a:r>
              <a:rPr lang="en-US" sz="3600" dirty="0"/>
              <a:t>Geographic variation in TTX Resistance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85340A4-E9EE-96AC-668B-DCF21905CAEC}"/>
              </a:ext>
            </a:extLst>
          </p:cNvPr>
          <p:cNvGrpSpPr/>
          <p:nvPr/>
        </p:nvGrpSpPr>
        <p:grpSpPr>
          <a:xfrm>
            <a:off x="864476" y="865275"/>
            <a:ext cx="4716517" cy="5813951"/>
            <a:chOff x="76200" y="1526007"/>
            <a:chExt cx="3200401" cy="461213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3987DF7-7443-AF4F-943A-4DDFE40CCB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66" r="10713"/>
            <a:stretch/>
          </p:blipFill>
          <p:spPr>
            <a:xfrm>
              <a:off x="76200" y="1526007"/>
              <a:ext cx="3200401" cy="4612135"/>
            </a:xfrm>
            <a:prstGeom prst="rect">
              <a:avLst/>
            </a:prstGeom>
            <a:ln w="3175" cmpd="sng"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7" name="Picture 6" descr="tsinfernaliscupr">
              <a:extLst>
                <a:ext uri="{FF2B5EF4-FFF2-40B4-BE49-F238E27FC236}">
                  <a16:creationId xmlns:a16="http://schemas.microsoft.com/office/drawing/2014/main" id="{89D2F90C-A4F6-6847-A8CD-B6E254495C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20000"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" y="5057001"/>
              <a:ext cx="1354375" cy="979573"/>
            </a:xfrm>
            <a:prstGeom prst="rect">
              <a:avLst/>
            </a:prstGeom>
            <a:ln w="57150" cmpd="sng">
              <a:solidFill>
                <a:srgbClr val="FF0000"/>
              </a:solidFill>
              <a:miter lim="800000"/>
              <a:headEnd/>
              <a:tailEnd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290" name="Picture 2">
            <a:extLst>
              <a:ext uri="{FF2B5EF4-FFF2-40B4-BE49-F238E27FC236}">
                <a16:creationId xmlns:a16="http://schemas.microsoft.com/office/drawing/2014/main" id="{51C5C2FC-7E78-37FB-DE7B-94CB6C6F6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4901" y="865275"/>
            <a:ext cx="2884105" cy="5819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>
            <a:extLst>
              <a:ext uri="{FF2B5EF4-FFF2-40B4-BE49-F238E27FC236}">
                <a16:creationId xmlns:a16="http://schemas.microsoft.com/office/drawing/2014/main" id="{966E286D-1C74-4C17-1458-BDF7342E9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6982" y="5524500"/>
            <a:ext cx="1752600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0600F6C-B3A4-9B5D-36E2-98690CA86B01}"/>
              </a:ext>
            </a:extLst>
          </p:cNvPr>
          <p:cNvSpPr txBox="1"/>
          <p:nvPr/>
        </p:nvSpPr>
        <p:spPr>
          <a:xfrm>
            <a:off x="9953985" y="6191250"/>
            <a:ext cx="4813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200" dirty="0">
                <a:solidFill>
                  <a:schemeClr val="bg1"/>
                </a:solidFill>
              </a:rPr>
              <a:t>Brodie et al 2002 </a:t>
            </a:r>
            <a:r>
              <a:rPr lang="en-US" sz="1200" i="1" dirty="0">
                <a:solidFill>
                  <a:schemeClr val="bg1"/>
                </a:solidFill>
              </a:rPr>
              <a:t>Evolution</a:t>
            </a:r>
            <a:r>
              <a:rPr lang="en-US" sz="1200" dirty="0">
                <a:solidFill>
                  <a:schemeClr val="bg1"/>
                </a:solidFill>
              </a:rPr>
              <a:t>​</a:t>
            </a:r>
          </a:p>
          <a:p>
            <a:pPr fontAlgn="base"/>
            <a:r>
              <a:rPr lang="en-US" sz="1200" dirty="0">
                <a:solidFill>
                  <a:schemeClr val="bg1"/>
                </a:solidFill>
              </a:rPr>
              <a:t>Hague et al 2017 </a:t>
            </a:r>
            <a:r>
              <a:rPr lang="en-US" sz="1200" i="1" dirty="0">
                <a:solidFill>
                  <a:schemeClr val="bg1"/>
                </a:solidFill>
              </a:rPr>
              <a:t>Evolution</a:t>
            </a:r>
            <a:r>
              <a:rPr lang="en-US" sz="1200" dirty="0">
                <a:solidFill>
                  <a:schemeClr val="bg1"/>
                </a:solidFill>
              </a:rPr>
              <a:t>​</a:t>
            </a:r>
          </a:p>
          <a:p>
            <a:pPr fontAlgn="base"/>
            <a:r>
              <a:rPr lang="en-US" sz="1200" dirty="0">
                <a:solidFill>
                  <a:schemeClr val="bg1"/>
                </a:solidFill>
              </a:rPr>
              <a:t>Gilbert et al 2023 </a:t>
            </a:r>
            <a:r>
              <a:rPr lang="en-US" sz="1200" i="1" dirty="0" err="1">
                <a:solidFill>
                  <a:schemeClr val="bg1"/>
                </a:solidFill>
              </a:rPr>
              <a:t>Funct</a:t>
            </a:r>
            <a:r>
              <a:rPr lang="en-US" sz="1200" i="1" dirty="0">
                <a:solidFill>
                  <a:schemeClr val="bg1"/>
                </a:solidFill>
              </a:rPr>
              <a:t> </a:t>
            </a:r>
            <a:r>
              <a:rPr lang="en-US" sz="1200" i="1" dirty="0" err="1">
                <a:solidFill>
                  <a:schemeClr val="bg1"/>
                </a:solidFill>
              </a:rPr>
              <a:t>Ecol</a:t>
            </a:r>
            <a:r>
              <a:rPr lang="en-US" sz="1200" dirty="0">
                <a:solidFill>
                  <a:schemeClr val="bg1"/>
                </a:solidFill>
              </a:rPr>
              <a:t>​</a:t>
            </a:r>
            <a:endParaRPr lang="en-US" sz="1200" b="0" i="0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59185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AAEE5-7AD1-9056-F0E1-A7C9692B3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26898"/>
            <a:ext cx="9404723" cy="1400530"/>
          </a:xfrm>
        </p:spPr>
        <p:txBody>
          <a:bodyPr/>
          <a:lstStyle/>
          <a:p>
            <a:r>
              <a:rPr lang="en-US" dirty="0"/>
              <a:t>Newt-Snake Phenotype Matching</a:t>
            </a:r>
          </a:p>
        </p:txBody>
      </p:sp>
      <p:pic>
        <p:nvPicPr>
          <p:cNvPr id="13314" name="Picture 2" descr="Tc-Ta_matching_fig2.pdf">
            <a:extLst>
              <a:ext uri="{FF2B5EF4-FFF2-40B4-BE49-F238E27FC236}">
                <a16:creationId xmlns:a16="http://schemas.microsoft.com/office/drawing/2014/main" id="{12E43166-417E-B50A-E4D5-8A6F0856E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35" y="1258837"/>
            <a:ext cx="9156809" cy="5146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F68685-D050-0542-089D-9C9230FC54AA}"/>
              </a:ext>
            </a:extLst>
          </p:cNvPr>
          <p:cNvSpPr txBox="1"/>
          <p:nvPr/>
        </p:nvSpPr>
        <p:spPr>
          <a:xfrm>
            <a:off x="8823409" y="6522421"/>
            <a:ext cx="48137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Reimche et al 2020</a:t>
            </a:r>
          </a:p>
        </p:txBody>
      </p:sp>
    </p:spTree>
    <p:extLst>
      <p:ext uri="{BB962C8B-B14F-4D97-AF65-F5344CB8AC3E}">
        <p14:creationId xmlns:p14="http://schemas.microsoft.com/office/powerpoint/2010/main" val="412735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ABED6-804B-A3C6-D147-9124ED55D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ANOVA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516A8-4D03-581B-31B6-E4E8783CB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4155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64BDA-99EB-639F-B0C5-2B7726C10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TTX resistance assay methods</a:t>
            </a:r>
          </a:p>
        </p:txBody>
      </p:sp>
      <p:pic>
        <p:nvPicPr>
          <p:cNvPr id="11266" name="Picture 2" descr="50% MAMU example">
            <a:extLst>
              <a:ext uri="{FF2B5EF4-FFF2-40B4-BE49-F238E27FC236}">
                <a16:creationId xmlns:a16="http://schemas.microsoft.com/office/drawing/2014/main" id="{4B08BBF3-406E-998B-FD1E-213F54F14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928" y="1744554"/>
            <a:ext cx="6822528" cy="4543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1E3E2B13-8AC0-F6B2-56DC-71423DD2F3A1}"/>
              </a:ext>
            </a:extLst>
          </p:cNvPr>
          <p:cNvSpPr/>
          <p:nvPr/>
        </p:nvSpPr>
        <p:spPr>
          <a:xfrm>
            <a:off x="5623034" y="3429000"/>
            <a:ext cx="693683" cy="459828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D04AED-197A-E4BF-87E9-B2F14D7D6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6334" y="2363514"/>
            <a:ext cx="34290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xmlns:lc="http://schemas.openxmlformats.org/drawingml/2006/lockedCanvas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342900" indent="-342900" algn="l" eaLnBrk="1" hangingPunct="1">
              <a:lnSpc>
                <a:spcPct val="130000"/>
              </a:lnSpc>
              <a:spcBef>
                <a:spcPct val="20000"/>
              </a:spcBef>
            </a:pPr>
            <a:r>
              <a:rPr lang="en-US" sz="2000" dirty="0">
                <a:solidFill>
                  <a:schemeClr val="bg1"/>
                </a:solidFill>
                <a:latin typeface="Calibri"/>
                <a:cs typeface="Calibri"/>
              </a:rPr>
              <a:t>Mouse Unit (MU)</a:t>
            </a:r>
          </a:p>
          <a:p>
            <a:pPr marL="342900" indent="-342900" algn="l" eaLnBrk="1" hangingPunct="1">
              <a:lnSpc>
                <a:spcPct val="130000"/>
              </a:lnSpc>
              <a:spcBef>
                <a:spcPct val="20000"/>
              </a:spcBef>
            </a:pPr>
            <a:r>
              <a:rPr lang="en-US" sz="2000" dirty="0">
                <a:solidFill>
                  <a:schemeClr val="bg1"/>
                </a:solidFill>
                <a:latin typeface="Calibri"/>
                <a:cs typeface="Calibri"/>
              </a:rPr>
              <a:t>0.2857</a:t>
            </a:r>
            <a:r>
              <a:rPr lang="en-US" sz="2000" dirty="0">
                <a:solidFill>
                  <a:schemeClr val="bg1"/>
                </a:solidFill>
                <a:latin typeface="Calibri"/>
                <a:cs typeface="Calibri"/>
                <a:sym typeface="Symbol" charset="0"/>
              </a:rPr>
              <a:t></a:t>
            </a:r>
            <a:r>
              <a:rPr lang="en-US" sz="2000" dirty="0">
                <a:solidFill>
                  <a:schemeClr val="bg1"/>
                </a:solidFill>
                <a:latin typeface="Calibri"/>
                <a:cs typeface="Calibri"/>
              </a:rPr>
              <a:t>g TTX (20g </a:t>
            </a:r>
            <a:r>
              <a:rPr lang="en-US" sz="2000" i="1" dirty="0" err="1">
                <a:solidFill>
                  <a:schemeClr val="bg1"/>
                </a:solidFill>
                <a:latin typeface="Calibri"/>
                <a:cs typeface="Calibri"/>
              </a:rPr>
              <a:t>Mus</a:t>
            </a:r>
            <a:r>
              <a:rPr lang="en-US" sz="2000" dirty="0">
                <a:solidFill>
                  <a:schemeClr val="bg1"/>
                </a:solidFill>
                <a:latin typeface="Calibri"/>
                <a:cs typeface="Calibri"/>
              </a:rPr>
              <a:t>) </a:t>
            </a:r>
          </a:p>
          <a:p>
            <a:pPr marL="342900" indent="-342900" algn="l" eaLnBrk="1" hangingPunct="1">
              <a:lnSpc>
                <a:spcPct val="130000"/>
              </a:lnSpc>
              <a:spcBef>
                <a:spcPct val="20000"/>
              </a:spcBef>
            </a:pPr>
            <a:endParaRPr lang="en-US" sz="20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342900" indent="-342900" algn="l" eaLnBrk="1" hangingPunct="1">
              <a:lnSpc>
                <a:spcPct val="130000"/>
              </a:lnSpc>
              <a:spcBef>
                <a:spcPct val="20000"/>
              </a:spcBef>
            </a:pPr>
            <a:r>
              <a:rPr lang="en-US" sz="2000" dirty="0">
                <a:solidFill>
                  <a:schemeClr val="bg1"/>
                </a:solidFill>
                <a:latin typeface="Calibri"/>
                <a:cs typeface="Calibri"/>
              </a:rPr>
              <a:t>Mass Adjusted MU (MAMU)</a:t>
            </a:r>
          </a:p>
          <a:p>
            <a:pPr marL="342900" indent="-342900" algn="l" eaLnBrk="1" hangingPunct="1">
              <a:lnSpc>
                <a:spcPct val="130000"/>
              </a:lnSpc>
              <a:spcBef>
                <a:spcPct val="20000"/>
              </a:spcBef>
            </a:pPr>
            <a:r>
              <a:rPr lang="en-US" sz="2000" dirty="0">
                <a:solidFill>
                  <a:schemeClr val="bg1"/>
                </a:solidFill>
                <a:latin typeface="Calibri"/>
                <a:cs typeface="Calibri"/>
              </a:rPr>
              <a:t>mass (0.0143</a:t>
            </a:r>
            <a:r>
              <a:rPr lang="en-US" sz="2000" dirty="0">
                <a:solidFill>
                  <a:schemeClr val="bg1"/>
                </a:solidFill>
                <a:latin typeface="Calibri"/>
                <a:cs typeface="Calibri"/>
                <a:sym typeface="Symbol" charset="0"/>
              </a:rPr>
              <a:t></a:t>
            </a:r>
            <a:r>
              <a:rPr lang="en-US" sz="2000" dirty="0">
                <a:solidFill>
                  <a:schemeClr val="bg1"/>
                </a:solidFill>
                <a:latin typeface="Calibri"/>
                <a:cs typeface="Calibri"/>
              </a:rPr>
              <a:t>g TTX / g)</a:t>
            </a:r>
          </a:p>
        </p:txBody>
      </p:sp>
    </p:spTree>
    <p:extLst>
      <p:ext uri="{BB962C8B-B14F-4D97-AF65-F5344CB8AC3E}">
        <p14:creationId xmlns:p14="http://schemas.microsoft.com/office/powerpoint/2010/main" val="38268278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Custom 3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1C8642"/>
      </a:accent1>
      <a:accent2>
        <a:srgbClr val="CC1E1D"/>
      </a:accent2>
      <a:accent3>
        <a:srgbClr val="116BA8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148557_Win32_SL_V9" id="{FD920734-71A5-41A0-B6CB-27CE9B695CFC}" vid="{71E61A59-C36E-4689-A93D-460D2F2E9A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Viridian all-hands presentation</Template>
  <TotalTime>10070</TotalTime>
  <Words>702</Words>
  <Application>Microsoft Office PowerPoint</Application>
  <PresentationFormat>Widescreen</PresentationFormat>
  <Paragraphs>156</Paragraphs>
  <Slides>31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Aptos</vt:lpstr>
      <vt:lpstr>Arial</vt:lpstr>
      <vt:lpstr>Arial Narrow</vt:lpstr>
      <vt:lpstr>Calibri</vt:lpstr>
      <vt:lpstr>Century Gothic</vt:lpstr>
      <vt:lpstr>Wingdings 3</vt:lpstr>
      <vt:lpstr>Ion</vt:lpstr>
      <vt:lpstr>Assessing functional tradeoffs in toxin-resistant Sierra garter snakes (Thamnophis couchii)</vt:lpstr>
      <vt:lpstr>The Garter Snake-Newt Coevolutionary System</vt:lpstr>
      <vt:lpstr>Tetrodotoxin: A Potent Anti-Predator Defense</vt:lpstr>
      <vt:lpstr>Mechanism of Resistance: Sodium Channel Mutations</vt:lpstr>
      <vt:lpstr>The Resistance-Performance Trade-Off</vt:lpstr>
      <vt:lpstr>The Resistance-Performance Trade-Off</vt:lpstr>
      <vt:lpstr>Study System: The Sierra garter snake (Thamnophis couchii)</vt:lpstr>
      <vt:lpstr>Research Questions</vt:lpstr>
      <vt:lpstr>Approach 1: Assess sodium channel function with patch-clamp electrophysiology</vt:lpstr>
      <vt:lpstr>Cells with the Th. couchii M→T mutation produce weaker currents</vt:lpstr>
      <vt:lpstr>Sodium channels with the M→T mutation activate and deactivate more quickly than un-mutated sodium channels</vt:lpstr>
      <vt:lpstr>Approach 2: Assess skeletal muscle function with myography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Conclusions</vt:lpstr>
      <vt:lpstr>Future Directions</vt:lpstr>
      <vt:lpstr>Sincere thanks to:</vt:lpstr>
      <vt:lpstr>Extra/supplemental slides from this point on</vt:lpstr>
      <vt:lpstr>PowerPoint Presentation</vt:lpstr>
      <vt:lpstr>PowerPoint Presentation</vt:lpstr>
      <vt:lpstr>PowerPoint Presentation</vt:lpstr>
      <vt:lpstr>Geographic variation in TTX Resistance</vt:lpstr>
      <vt:lpstr>Newt-Snake Phenotype Matching</vt:lpstr>
      <vt:lpstr>ANOVA Tables</vt:lpstr>
      <vt:lpstr>TTX resistance assay methods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Sage Babish</dc:creator>
  <cp:lastModifiedBy>Sage Babish</cp:lastModifiedBy>
  <cp:revision>2</cp:revision>
  <dcterms:created xsi:type="dcterms:W3CDTF">2025-07-01T22:59:14Z</dcterms:created>
  <dcterms:modified xsi:type="dcterms:W3CDTF">2025-07-08T22:50:32Z</dcterms:modified>
</cp:coreProperties>
</file>